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0EB1-B0F3-8B99-B0E5-3FB302691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34A1C-8E63-CF48-BBF3-3ED7B067E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B86F8-2CE9-0BF7-1D34-3BA7C561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7AE4-CDD2-873E-0E0D-DE304D908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05A21-D55F-9032-CB87-6C3EEA0A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19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9DA8-EA85-6A5C-CF63-D26308EE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1EF68-0B2F-3E7F-CF8A-62F119ABC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CE331-6AEE-7FFE-C2A3-590D267C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95147-6E59-97F1-8E6C-50DFE121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DEF9-CB20-0117-5971-6D307BDB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0C02-5AD1-BBC9-E096-21924B33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BB501-7BFB-656D-79B5-CA9406A36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8EC8C-432F-CAC7-2FB7-4A5DE8361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69BEA-A694-45C2-73F5-06A0A510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98988-54D5-0995-F7C6-E36B2947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4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2311-2D6E-B3C5-3E74-AA7363A5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AFAF6-7AD2-D411-5BD0-27032032F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787D9-1F2F-A0D5-D1CA-106F0A958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01C5D-36DB-1145-4636-B17D5477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EC36B-B5D6-1C67-15F1-D23E9814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78555-14C8-E93B-BDB6-E6C1EB54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85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DD5A-3F12-3A9C-309F-4C473339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BA9F8-B49A-6EDD-7DDD-DF314C694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6AD57-D967-93B5-B9D7-534C3E42A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C8DB8-8551-319D-F995-C200331D8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11032-0063-F557-F5C5-1D196E768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3466F-3385-EC8C-81B8-CF91463E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22961-6DCD-92F2-3F7C-BED96903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AA009D-06AE-D125-77FC-D8BA5BFE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8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FF40-B5F0-932F-F065-74D47D2E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6B65C-90E3-3D44-271C-12E49598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FB600-39FC-D59C-6A89-BE17320E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101A-2176-DA62-DE68-3E95EF48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2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A8D8A-DE09-C0B8-5C15-351B9F5F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EFD1C-2CC0-9A83-6E44-09C6424A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BB126-D411-1F1C-91AA-452A4C19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32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9E9A-CF18-A416-0DDC-79345026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73556-5A65-9063-9696-173B5D77A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28423-44DA-EAD9-7FF1-F0547E491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EF57C-479C-7662-CB73-B3294F146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AEEE5-E1DB-1CC6-84B1-2BB10B75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2DC66-5305-543D-434C-C139EA7A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2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840E-8BC5-5D10-7EA8-4F62DB20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ADB6B0-1404-2687-A345-DA500FB25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B5DCA-A7BA-C6A6-0979-4E7CBDFD9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5B5D0-19D0-660F-B995-8156634D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1F26-0EFF-3B91-7467-2C9B9A42D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E412B-2EAA-018D-CE91-6BA3307D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87B3-01AE-A714-B701-C4DC084A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ACFCE-656A-1A50-749B-BFE5059C0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A2DC2-4CCE-1727-2114-59257382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4BF4B-C0C8-2150-5425-5A1BBD72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3018F-E783-5F03-BD93-7CF9062E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8F5B3-28F1-32E0-52DB-05CBDC28C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B0955-A8B4-3E5D-1CED-6C3BAB2B9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F2A8B-8061-9485-A7C6-804A4F9D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581A2-9A4B-D658-4902-079D1E52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FF2C8-160A-1F96-EB91-B4FB5A3E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1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7DC38-0BB0-6EAF-9A17-19319562D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9430F-4B62-9AD0-3289-04384E66F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E7746-044A-92B7-8F93-3919A6FA9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F1223-379A-4783-A512-8917184B2E54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24B0A-4DFE-2AE6-C947-BE42E8F14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2103B-443E-C1E4-8242-38B8469B3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D6DB2-0B24-4AD8-9837-520478C00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5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2DE4-2E92-2998-2216-8C8AF2BB8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DDS-M Deployment Schema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22ABD-F7A6-F1BD-6A5E-8469E979C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Zero-Tier for two DDS-M kits at remote locations.</a:t>
            </a:r>
          </a:p>
        </p:txBody>
      </p:sp>
    </p:spTree>
    <p:extLst>
      <p:ext uri="{BB962C8B-B14F-4D97-AF65-F5344CB8AC3E}">
        <p14:creationId xmlns:p14="http://schemas.microsoft.com/office/powerpoint/2010/main" val="132688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8C15-A30E-4E79-88AC-BEAF5A20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A0030-3C4F-0CC3-68BB-FEC6662D4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0" y="0"/>
            <a:ext cx="12061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8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DA97709D05344805E34443243448B" ma:contentTypeVersion="19" ma:contentTypeDescription="Create a new document." ma:contentTypeScope="" ma:versionID="4400a56e9c64e5f8688646c9a4fbd692">
  <xsd:schema xmlns:xsd="http://www.w3.org/2001/XMLSchema" xmlns:xs="http://www.w3.org/2001/XMLSchema" xmlns:p="http://schemas.microsoft.com/office/2006/metadata/properties" xmlns:ns1="http://schemas.microsoft.com/sharepoint/v3" xmlns:ns2="4233fc49-3339-4531-8895-cee7bd229291" xmlns:ns3="c93905bf-b08c-430b-8630-76f4d352397a" targetNamespace="http://schemas.microsoft.com/office/2006/metadata/properties" ma:root="true" ma:fieldsID="de09beb5ce1a7f85329b78857bc55a21" ns1:_="" ns2:_="" ns3:_="">
    <xsd:import namespace="http://schemas.microsoft.com/sharepoint/v3"/>
    <xsd:import namespace="4233fc49-3339-4531-8895-cee7bd229291"/>
    <xsd:import namespace="c93905bf-b08c-430b-8630-76f4d35239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LOCATION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33fc49-3339-4531-8895-cee7bd2292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OCATION" ma:index="22" nillable="true" ma:displayName="LOCATION" ma:format="Dropdown" ma:list="4233fc49-3339-4531-8895-cee7bd229291" ma:internalName="LOCATION" ma:showField="MediaServiceLocation">
      <xsd:simpleType>
        <xsd:restriction base="dms:Lookup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905bf-b08c-430b-8630-76f4d352397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0c2f629-a5d3-4ee6-9d81-269edd5463ca}" ma:internalName="TaxCatchAll" ma:showField="CatchAllData" ma:web="c93905bf-b08c-430b-8630-76f4d35239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33fc49-3339-4531-8895-cee7bd229291">
      <Terms xmlns="http://schemas.microsoft.com/office/infopath/2007/PartnerControls"/>
    </lcf76f155ced4ddcb4097134ff3c332f>
    <TaxCatchAll xmlns="c93905bf-b08c-430b-8630-76f4d352397a" xsi:nil="true"/>
    <LOCATION xmlns="4233fc49-3339-4531-8895-cee7bd229291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9DB0671-A975-412B-936E-CDD668355E70}"/>
</file>

<file path=customXml/itemProps2.xml><?xml version="1.0" encoding="utf-8"?>
<ds:datastoreItem xmlns:ds="http://schemas.openxmlformats.org/officeDocument/2006/customXml" ds:itemID="{F24E83AB-F639-4FE1-BBD1-6623D97F1C2A}"/>
</file>

<file path=customXml/itemProps3.xml><?xml version="1.0" encoding="utf-8"?>
<ds:datastoreItem xmlns:ds="http://schemas.openxmlformats.org/officeDocument/2006/customXml" ds:itemID="{E624D037-FF9D-4D42-9218-57F1C64AA6A1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DDS-M Deployment Schema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DDS-M Deployment Schema</dc:title>
  <dc:creator>Brian Gifford</dc:creator>
  <cp:lastModifiedBy>Brian Gifford</cp:lastModifiedBy>
  <cp:revision>1</cp:revision>
  <dcterms:created xsi:type="dcterms:W3CDTF">2022-10-15T14:21:07Z</dcterms:created>
  <dcterms:modified xsi:type="dcterms:W3CDTF">2022-10-15T14:24:23Z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0x010100E4DDA97709D05344805E34443243448B</vt:lpwstr>
  </property>
</Properties>
</file>