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8" r:id="rId6"/>
    <p:sldId id="311" r:id="rId7"/>
    <p:sldId id="314" r:id="rId8"/>
    <p:sldId id="309" r:id="rId9"/>
    <p:sldId id="310" r:id="rId10"/>
    <p:sldId id="313" r:id="rId11"/>
    <p:sldId id="315" r:id="rId12"/>
    <p:sldId id="316" r:id="rId13"/>
    <p:sldId id="317" r:id="rId14"/>
    <p:sldId id="319" r:id="rId15"/>
    <p:sldId id="32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8A5302-BA58-4197-B098-08E47E2AD3A4}" v="791" dt="2022-09-10T19:47:44.309"/>
    <p1510:client id="{6DD198FF-FABB-B8B4-7D81-4ABD2A55ACA3}" v="1253" dt="2022-09-11T14:31:29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fford, Brian Hammerle 1LT USARMY NG NYANG (USA)" userId="S::brian.h.gifford.mil@army.mil::7d948ce9-af6c-4f9c-8497-2247937ac08e" providerId="AD" clId="Web-{6DD198FF-FABB-B8B4-7D81-4ABD2A55ACA3}"/>
    <pc:docChg chg="addSld delSld modSld">
      <pc:chgData name="Gifford, Brian Hammerle 1LT USARMY NG NYANG (USA)" userId="S::brian.h.gifford.mil@army.mil::7d948ce9-af6c-4f9c-8497-2247937ac08e" providerId="AD" clId="Web-{6DD198FF-FABB-B8B4-7D81-4ABD2A55ACA3}" dt="2022-09-11T14:31:29.152" v="1244" actId="20577"/>
      <pc:docMkLst>
        <pc:docMk/>
      </pc:docMkLst>
      <pc:sldChg chg="modSp">
        <pc:chgData name="Gifford, Brian Hammerle 1LT USARMY NG NYANG (USA)" userId="S::brian.h.gifford.mil@army.mil::7d948ce9-af6c-4f9c-8497-2247937ac08e" providerId="AD" clId="Web-{6DD198FF-FABB-B8B4-7D81-4ABD2A55ACA3}" dt="2022-09-11T14:11:28.242" v="49" actId="20577"/>
        <pc:sldMkLst>
          <pc:docMk/>
          <pc:sldMk cId="260027843" sldId="316"/>
        </pc:sldMkLst>
        <pc:spChg chg="mod">
          <ac:chgData name="Gifford, Brian Hammerle 1LT USARMY NG NYANG (USA)" userId="S::brian.h.gifford.mil@army.mil::7d948ce9-af6c-4f9c-8497-2247937ac08e" providerId="AD" clId="Web-{6DD198FF-FABB-B8B4-7D81-4ABD2A55ACA3}" dt="2022-09-11T14:10:32.426" v="15" actId="20577"/>
          <ac:spMkLst>
            <pc:docMk/>
            <pc:sldMk cId="260027843" sldId="316"/>
            <ac:spMk id="2" creationId="{FCA788A8-6317-4851-83F9-BAB80FF769FB}"/>
          </ac:spMkLst>
        </pc:spChg>
        <pc:spChg chg="mod">
          <ac:chgData name="Gifford, Brian Hammerle 1LT USARMY NG NYANG (USA)" userId="S::brian.h.gifford.mil@army.mil::7d948ce9-af6c-4f9c-8497-2247937ac08e" providerId="AD" clId="Web-{6DD198FF-FABB-B8B4-7D81-4ABD2A55ACA3}" dt="2022-09-11T14:11:28.242" v="49" actId="20577"/>
          <ac:spMkLst>
            <pc:docMk/>
            <pc:sldMk cId="260027843" sldId="316"/>
            <ac:spMk id="3" creationId="{97EEDA69-58C4-49BD-A253-AC442C9F2480}"/>
          </ac:spMkLst>
        </pc:spChg>
      </pc:sldChg>
      <pc:sldChg chg="modSp add replId">
        <pc:chgData name="Gifford, Brian Hammerle 1LT USARMY NG NYANG (USA)" userId="S::brian.h.gifford.mil@army.mil::7d948ce9-af6c-4f9c-8497-2247937ac08e" providerId="AD" clId="Web-{6DD198FF-FABB-B8B4-7D81-4ABD2A55ACA3}" dt="2022-09-11T14:22:01.504" v="699" actId="20577"/>
        <pc:sldMkLst>
          <pc:docMk/>
          <pc:sldMk cId="3894261806" sldId="317"/>
        </pc:sldMkLst>
        <pc:spChg chg="mod">
          <ac:chgData name="Gifford, Brian Hammerle 1LT USARMY NG NYANG (USA)" userId="S::brian.h.gifford.mil@army.mil::7d948ce9-af6c-4f9c-8497-2247937ac08e" providerId="AD" clId="Web-{6DD198FF-FABB-B8B4-7D81-4ABD2A55ACA3}" dt="2022-09-11T14:22:01.504" v="699" actId="20577"/>
          <ac:spMkLst>
            <pc:docMk/>
            <pc:sldMk cId="3894261806" sldId="317"/>
            <ac:spMk id="2" creationId="{FCA788A8-6317-4851-83F9-BAB80FF769FB}"/>
          </ac:spMkLst>
        </pc:spChg>
        <pc:spChg chg="mod">
          <ac:chgData name="Gifford, Brian Hammerle 1LT USARMY NG NYANG (USA)" userId="S::brian.h.gifford.mil@army.mil::7d948ce9-af6c-4f9c-8497-2247937ac08e" providerId="AD" clId="Web-{6DD198FF-FABB-B8B4-7D81-4ABD2A55ACA3}" dt="2022-09-11T14:17:29.501" v="410" actId="20577"/>
          <ac:spMkLst>
            <pc:docMk/>
            <pc:sldMk cId="3894261806" sldId="317"/>
            <ac:spMk id="3" creationId="{97EEDA69-58C4-49BD-A253-AC442C9F2480}"/>
          </ac:spMkLst>
        </pc:spChg>
      </pc:sldChg>
      <pc:sldChg chg="add del replId">
        <pc:chgData name="Gifford, Brian Hammerle 1LT USARMY NG NYANG (USA)" userId="S::brian.h.gifford.mil@army.mil::7d948ce9-af6c-4f9c-8497-2247937ac08e" providerId="AD" clId="Web-{6DD198FF-FABB-B8B4-7D81-4ABD2A55ACA3}" dt="2022-09-11T14:22:09.786" v="700"/>
        <pc:sldMkLst>
          <pc:docMk/>
          <pc:sldMk cId="1076607608" sldId="318"/>
        </pc:sldMkLst>
      </pc:sldChg>
      <pc:sldChg chg="modSp add replId">
        <pc:chgData name="Gifford, Brian Hammerle 1LT USARMY NG NYANG (USA)" userId="S::brian.h.gifford.mil@army.mil::7d948ce9-af6c-4f9c-8497-2247937ac08e" providerId="AD" clId="Web-{6DD198FF-FABB-B8B4-7D81-4ABD2A55ACA3}" dt="2022-09-11T14:22:44.585" v="702" actId="1076"/>
        <pc:sldMkLst>
          <pc:docMk/>
          <pc:sldMk cId="1880467795" sldId="319"/>
        </pc:sldMkLst>
        <pc:spChg chg="mod">
          <ac:chgData name="Gifford, Brian Hammerle 1LT USARMY NG NYANG (USA)" userId="S::brian.h.gifford.mil@army.mil::7d948ce9-af6c-4f9c-8497-2247937ac08e" providerId="AD" clId="Web-{6DD198FF-FABB-B8B4-7D81-4ABD2A55ACA3}" dt="2022-09-11T14:21:56.957" v="697" actId="20577"/>
          <ac:spMkLst>
            <pc:docMk/>
            <pc:sldMk cId="1880467795" sldId="319"/>
            <ac:spMk id="2" creationId="{FCA788A8-6317-4851-83F9-BAB80FF769FB}"/>
          </ac:spMkLst>
        </pc:spChg>
        <pc:spChg chg="mod">
          <ac:chgData name="Gifford, Brian Hammerle 1LT USARMY NG NYANG (USA)" userId="S::brian.h.gifford.mil@army.mil::7d948ce9-af6c-4f9c-8497-2247937ac08e" providerId="AD" clId="Web-{6DD198FF-FABB-B8B4-7D81-4ABD2A55ACA3}" dt="2022-09-11T14:22:44.585" v="702" actId="1076"/>
          <ac:spMkLst>
            <pc:docMk/>
            <pc:sldMk cId="1880467795" sldId="319"/>
            <ac:spMk id="3" creationId="{97EEDA69-58C4-49BD-A253-AC442C9F2480}"/>
          </ac:spMkLst>
        </pc:spChg>
      </pc:sldChg>
      <pc:sldChg chg="modSp add replId">
        <pc:chgData name="Gifford, Brian Hammerle 1LT USARMY NG NYANG (USA)" userId="S::brian.h.gifford.mil@army.mil::7d948ce9-af6c-4f9c-8497-2247937ac08e" providerId="AD" clId="Web-{6DD198FF-FABB-B8B4-7D81-4ABD2A55ACA3}" dt="2022-09-11T14:31:29.152" v="1244" actId="20577"/>
        <pc:sldMkLst>
          <pc:docMk/>
          <pc:sldMk cId="1354711429" sldId="320"/>
        </pc:sldMkLst>
        <pc:spChg chg="mod">
          <ac:chgData name="Gifford, Brian Hammerle 1LT USARMY NG NYANG (USA)" userId="S::brian.h.gifford.mil@army.mil::7d948ce9-af6c-4f9c-8497-2247937ac08e" providerId="AD" clId="Web-{6DD198FF-FABB-B8B4-7D81-4ABD2A55ACA3}" dt="2022-09-11T14:24:56.203" v="711" actId="20577"/>
          <ac:spMkLst>
            <pc:docMk/>
            <pc:sldMk cId="1354711429" sldId="320"/>
            <ac:spMk id="2" creationId="{FCA788A8-6317-4851-83F9-BAB80FF769FB}"/>
          </ac:spMkLst>
        </pc:spChg>
        <pc:spChg chg="mod">
          <ac:chgData name="Gifford, Brian Hammerle 1LT USARMY NG NYANG (USA)" userId="S::brian.h.gifford.mil@army.mil::7d948ce9-af6c-4f9c-8497-2247937ac08e" providerId="AD" clId="Web-{6DD198FF-FABB-B8B4-7D81-4ABD2A55ACA3}" dt="2022-09-11T14:31:29.152" v="1244" actId="20577"/>
          <ac:spMkLst>
            <pc:docMk/>
            <pc:sldMk cId="1354711429" sldId="320"/>
            <ac:spMk id="3" creationId="{97EEDA69-58C4-49BD-A253-AC442C9F2480}"/>
          </ac:spMkLst>
        </pc:spChg>
      </pc:sldChg>
    </pc:docChg>
  </pc:docChgLst>
  <pc:docChgLst>
    <pc:chgData name="Gifford, Brian Hammerle 1LT USARMY NG NYANG (USA)" userId="S::brian.h.gifford.mil@army.mil::7d948ce9-af6c-4f9c-8497-2247937ac08e" providerId="AD" clId="Web-{2F8A5302-BA58-4197-B098-08E47E2AD3A4}"/>
    <pc:docChg chg="addSld modSld">
      <pc:chgData name="Gifford, Brian Hammerle 1LT USARMY NG NYANG (USA)" userId="S::brian.h.gifford.mil@army.mil::7d948ce9-af6c-4f9c-8497-2247937ac08e" providerId="AD" clId="Web-{2F8A5302-BA58-4197-B098-08E47E2AD3A4}" dt="2022-09-10T19:47:44.309" v="785"/>
      <pc:docMkLst>
        <pc:docMk/>
      </pc:docMkLst>
      <pc:sldChg chg="addSp delSp modSp">
        <pc:chgData name="Gifford, Brian Hammerle 1LT USARMY NG NYANG (USA)" userId="S::brian.h.gifford.mil@army.mil::7d948ce9-af6c-4f9c-8497-2247937ac08e" providerId="AD" clId="Web-{2F8A5302-BA58-4197-B098-08E47E2AD3A4}" dt="2022-09-10T19:42:54.556" v="523"/>
        <pc:sldMkLst>
          <pc:docMk/>
          <pc:sldMk cId="895915843" sldId="266"/>
        </pc:sldMkLst>
        <pc:spChg chg="add del mod">
          <ac:chgData name="Gifford, Brian Hammerle 1LT USARMY NG NYANG (USA)" userId="S::brian.h.gifford.mil@army.mil::7d948ce9-af6c-4f9c-8497-2247937ac08e" providerId="AD" clId="Web-{2F8A5302-BA58-4197-B098-08E47E2AD3A4}" dt="2022-09-10T19:42:54.556" v="523"/>
          <ac:spMkLst>
            <pc:docMk/>
            <pc:sldMk cId="895915843" sldId="266"/>
            <ac:spMk id="3" creationId="{E395A0FE-6D34-352C-1513-9E6076BA17F2}"/>
          </ac:spMkLst>
        </pc:spChg>
      </pc:sldChg>
      <pc:sldChg chg="modSp">
        <pc:chgData name="Gifford, Brian Hammerle 1LT USARMY NG NYANG (USA)" userId="S::brian.h.gifford.mil@army.mil::7d948ce9-af6c-4f9c-8497-2247937ac08e" providerId="AD" clId="Web-{2F8A5302-BA58-4197-B098-08E47E2AD3A4}" dt="2022-09-10T19:47:00.323" v="781" actId="20577"/>
        <pc:sldMkLst>
          <pc:docMk/>
          <pc:sldMk cId="264284050" sldId="309"/>
        </pc:sldMkLst>
        <pc:graphicFrameChg chg="modGraphic">
          <ac:chgData name="Gifford, Brian Hammerle 1LT USARMY NG NYANG (USA)" userId="S::brian.h.gifford.mil@army.mil::7d948ce9-af6c-4f9c-8497-2247937ac08e" providerId="AD" clId="Web-{2F8A5302-BA58-4197-B098-08E47E2AD3A4}" dt="2022-09-10T19:47:00.323" v="781" actId="20577"/>
          <ac:graphicFrameMkLst>
            <pc:docMk/>
            <pc:sldMk cId="264284050" sldId="309"/>
            <ac:graphicFrameMk id="5" creationId="{BCED1EA2-BD33-3BE5-03F0-755F4DF45538}"/>
          </ac:graphicFrameMkLst>
        </pc:graphicFrameChg>
      </pc:sldChg>
      <pc:sldChg chg="modSp">
        <pc:chgData name="Gifford, Brian Hammerle 1LT USARMY NG NYANG (USA)" userId="S::brian.h.gifford.mil@army.mil::7d948ce9-af6c-4f9c-8497-2247937ac08e" providerId="AD" clId="Web-{2F8A5302-BA58-4197-B098-08E47E2AD3A4}" dt="2022-09-10T19:46:15.633" v="772" actId="20577"/>
        <pc:sldMkLst>
          <pc:docMk/>
          <pc:sldMk cId="3962550972" sldId="310"/>
        </pc:sldMkLst>
        <pc:spChg chg="mod">
          <ac:chgData name="Gifford, Brian Hammerle 1LT USARMY NG NYANG (USA)" userId="S::brian.h.gifford.mil@army.mil::7d948ce9-af6c-4f9c-8497-2247937ac08e" providerId="AD" clId="Web-{2F8A5302-BA58-4197-B098-08E47E2AD3A4}" dt="2022-09-10T19:46:15.633" v="772" actId="20577"/>
          <ac:spMkLst>
            <pc:docMk/>
            <pc:sldMk cId="3962550972" sldId="310"/>
            <ac:spMk id="3" creationId="{C949647A-2487-4508-BC6D-C6093469638E}"/>
          </ac:spMkLst>
        </pc:spChg>
      </pc:sldChg>
      <pc:sldChg chg="addSp delSp modSp">
        <pc:chgData name="Gifford, Brian Hammerle 1LT USARMY NG NYANG (USA)" userId="S::brian.h.gifford.mil@army.mil::7d948ce9-af6c-4f9c-8497-2247937ac08e" providerId="AD" clId="Web-{2F8A5302-BA58-4197-B098-08E47E2AD3A4}" dt="2022-09-10T19:47:44.309" v="785"/>
        <pc:sldMkLst>
          <pc:docMk/>
          <pc:sldMk cId="4038626356" sldId="313"/>
        </pc:sldMkLst>
        <pc:spChg chg="mod">
          <ac:chgData name="Gifford, Brian Hammerle 1LT USARMY NG NYANG (USA)" userId="S::brian.h.gifford.mil@army.mil::7d948ce9-af6c-4f9c-8497-2247937ac08e" providerId="AD" clId="Web-{2F8A5302-BA58-4197-B098-08E47E2AD3A4}" dt="2022-09-10T19:47:36.075" v="784" actId="20577"/>
          <ac:spMkLst>
            <pc:docMk/>
            <pc:sldMk cId="4038626356" sldId="313"/>
            <ac:spMk id="3" creationId="{3A649163-E057-45E2-BD23-35E34794A474}"/>
          </ac:spMkLst>
        </pc:spChg>
        <pc:spChg chg="add del mod">
          <ac:chgData name="Gifford, Brian Hammerle 1LT USARMY NG NYANG (USA)" userId="S::brian.h.gifford.mil@army.mil::7d948ce9-af6c-4f9c-8497-2247937ac08e" providerId="AD" clId="Web-{2F8A5302-BA58-4197-B098-08E47E2AD3A4}" dt="2022-09-10T19:29:42.967" v="9"/>
          <ac:spMkLst>
            <pc:docMk/>
            <pc:sldMk cId="4038626356" sldId="313"/>
            <ac:spMk id="7" creationId="{536A22C1-166B-5BDC-162C-5A799DF7FACF}"/>
          </ac:spMkLst>
        </pc:spChg>
        <pc:spChg chg="add del mod">
          <ac:chgData name="Gifford, Brian Hammerle 1LT USARMY NG NYANG (USA)" userId="S::brian.h.gifford.mil@army.mil::7d948ce9-af6c-4f9c-8497-2247937ac08e" providerId="AD" clId="Web-{2F8A5302-BA58-4197-B098-08E47E2AD3A4}" dt="2022-09-10T19:29:37.639" v="8"/>
          <ac:spMkLst>
            <pc:docMk/>
            <pc:sldMk cId="4038626356" sldId="313"/>
            <ac:spMk id="8" creationId="{C258EF80-B57C-3D31-6D41-E7422415CC7B}"/>
          </ac:spMkLst>
        </pc:spChg>
        <pc:spChg chg="add del">
          <ac:chgData name="Gifford, Brian Hammerle 1LT USARMY NG NYANG (USA)" userId="S::brian.h.gifford.mil@army.mil::7d948ce9-af6c-4f9c-8497-2247937ac08e" providerId="AD" clId="Web-{2F8A5302-BA58-4197-B098-08E47E2AD3A4}" dt="2022-09-10T19:47:44.309" v="785"/>
          <ac:spMkLst>
            <pc:docMk/>
            <pc:sldMk cId="4038626356" sldId="313"/>
            <ac:spMk id="9" creationId="{C4752452-43A6-4000-B57B-33BF8495B50D}"/>
          </ac:spMkLst>
        </pc:spChg>
      </pc:sldChg>
      <pc:sldChg chg="modSp add replId">
        <pc:chgData name="Gifford, Brian Hammerle 1LT USARMY NG NYANG (USA)" userId="S::brian.h.gifford.mil@army.mil::7d948ce9-af6c-4f9c-8497-2247937ac08e" providerId="AD" clId="Web-{2F8A5302-BA58-4197-B098-08E47E2AD3A4}" dt="2022-09-10T19:39:03.496" v="476" actId="1076"/>
        <pc:sldMkLst>
          <pc:docMk/>
          <pc:sldMk cId="260027843" sldId="316"/>
        </pc:sldMkLst>
        <pc:spChg chg="mod">
          <ac:chgData name="Gifford, Brian Hammerle 1LT USARMY NG NYANG (USA)" userId="S::brian.h.gifford.mil@army.mil::7d948ce9-af6c-4f9c-8497-2247937ac08e" providerId="AD" clId="Web-{2F8A5302-BA58-4197-B098-08E47E2AD3A4}" dt="2022-09-10T19:37:50.053" v="462" actId="20577"/>
          <ac:spMkLst>
            <pc:docMk/>
            <pc:sldMk cId="260027843" sldId="316"/>
            <ac:spMk id="2" creationId="{FCA788A8-6317-4851-83F9-BAB80FF769FB}"/>
          </ac:spMkLst>
        </pc:spChg>
        <pc:spChg chg="mod">
          <ac:chgData name="Gifford, Brian Hammerle 1LT USARMY NG NYANG (USA)" userId="S::brian.h.gifford.mil@army.mil::7d948ce9-af6c-4f9c-8497-2247937ac08e" providerId="AD" clId="Web-{2F8A5302-BA58-4197-B098-08E47E2AD3A4}" dt="2022-09-10T19:39:03.496" v="476" actId="1076"/>
          <ac:spMkLst>
            <pc:docMk/>
            <pc:sldMk cId="260027843" sldId="316"/>
            <ac:spMk id="3" creationId="{97EEDA69-58C4-49BD-A253-AC442C9F248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9225C73-1633-42F1-AB3B-7CB183E5F8B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/>
            <a:t>Purpose</a:t>
          </a:r>
        </a:p>
        <a:p>
          <a:pPr>
            <a:lnSpc>
              <a:spcPct val="100000"/>
            </a:lnSpc>
          </a:pPr>
          <a:r>
            <a:rPr lang="en-US" sz="1400"/>
            <a:t>To identify, contain, remediate and restore normal operations as quickly as possible and minimize adverse impact to network operations.</a:t>
          </a:r>
        </a:p>
        <a:p>
          <a:pPr>
            <a:lnSpc>
              <a:spcPct val="100000"/>
            </a:lnSpc>
          </a:pPr>
          <a:endParaRPr lang="en-US" sz="1400"/>
        </a:p>
        <a:p>
          <a:pPr>
            <a:defRPr cap="all"/>
          </a:pPr>
          <a:endParaRPr lang="en-US" sz="1400"/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C165BAD6-5556-4FA8-9714-D6491BAA2BA8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5EC77759-D27E-4940-80C9-A434EEB6B157}" type="pres">
      <dgm:prSet presAssocID="{49225C73-1633-42F1-AB3B-7CB183E5F8B8}" presName="compNode" presStyleCnt="0"/>
      <dgm:spPr/>
    </dgm:pt>
    <dgm:pt modelId="{2A8BA29A-B18D-4EEA-A143-40EE34CE3436}" type="pres">
      <dgm:prSet presAssocID="{49225C73-1633-42F1-AB3B-7CB183E5F8B8}" presName="bgRect" presStyleLbl="bgShp" presStyleIdx="0" presStyleCnt="1"/>
      <dgm:spPr/>
    </dgm:pt>
    <dgm:pt modelId="{F8780289-AA6D-4C1D-A51E-70107669A83F}" type="pres">
      <dgm:prSet presAssocID="{49225C73-1633-42F1-AB3B-7CB183E5F8B8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3CFDED5-2933-445E-AC4D-E3AF9DF33C79}" type="pres">
      <dgm:prSet presAssocID="{49225C73-1633-42F1-AB3B-7CB183E5F8B8}" presName="spaceRect" presStyleCnt="0"/>
      <dgm:spPr/>
    </dgm:pt>
    <dgm:pt modelId="{6A528048-7594-43A1-A12D-01C855005B64}" type="pres">
      <dgm:prSet presAssocID="{49225C73-1633-42F1-AB3B-7CB183E5F8B8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0" destOrd="0" parTransId="{1A0E2090-1D4F-438A-8766-B6030CE01ADD}" sibTransId="{9646853A-8964-4519-A5B1-0B7D18B2983D}"/>
    <dgm:cxn modelId="{3EDF125F-9F0E-4E4B-860B-CEDD7BDB9FE1}" type="presOf" srcId="{49225C73-1633-42F1-AB3B-7CB183E5F8B8}" destId="{6A528048-7594-43A1-A12D-01C855005B64}" srcOrd="0" destOrd="0" presId="urn:microsoft.com/office/officeart/2018/2/layout/IconVerticalSolidList"/>
    <dgm:cxn modelId="{92DBE2F4-D6FD-446F-B525-E234A5B0F392}" type="presOf" srcId="{01A66772-F185-4D58-B8BB-E9370D7A7A2B}" destId="{C165BAD6-5556-4FA8-9714-D6491BAA2BA8}" srcOrd="0" destOrd="0" presId="urn:microsoft.com/office/officeart/2018/2/layout/IconVerticalSolidList"/>
    <dgm:cxn modelId="{40FD58B6-CC2B-4B96-AC69-D58F66730478}" type="presParOf" srcId="{C165BAD6-5556-4FA8-9714-D6491BAA2BA8}" destId="{5EC77759-D27E-4940-80C9-A434EEB6B157}" srcOrd="0" destOrd="0" presId="urn:microsoft.com/office/officeart/2018/2/layout/IconVerticalSolidList"/>
    <dgm:cxn modelId="{E53D2868-4A35-4440-B2B9-F657BEE00376}" type="presParOf" srcId="{5EC77759-D27E-4940-80C9-A434EEB6B157}" destId="{2A8BA29A-B18D-4EEA-A143-40EE34CE3436}" srcOrd="0" destOrd="0" presId="urn:microsoft.com/office/officeart/2018/2/layout/IconVerticalSolidList"/>
    <dgm:cxn modelId="{366A1531-376C-45C4-9620-1B69C24AAC7C}" type="presParOf" srcId="{5EC77759-D27E-4940-80C9-A434EEB6B157}" destId="{F8780289-AA6D-4C1D-A51E-70107669A83F}" srcOrd="1" destOrd="0" presId="urn:microsoft.com/office/officeart/2018/2/layout/IconVerticalSolidList"/>
    <dgm:cxn modelId="{07D0EE3C-DB50-40B6-B0D9-E4069BC8C8F5}" type="presParOf" srcId="{5EC77759-D27E-4940-80C9-A434EEB6B157}" destId="{83CFDED5-2933-445E-AC4D-E3AF9DF33C79}" srcOrd="2" destOrd="0" presId="urn:microsoft.com/office/officeart/2018/2/layout/IconVerticalSolidList"/>
    <dgm:cxn modelId="{2C75F367-949A-412E-A566-465C14A09090}" type="presParOf" srcId="{5EC77759-D27E-4940-80C9-A434EEB6B157}" destId="{6A528048-7594-43A1-A12D-01C855005B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6BC306-0674-434E-AD11-EF746924E13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93A326B-D276-4CF9-90D2-A5D006FB31B4}">
      <dgm:prSet/>
      <dgm:spPr/>
      <dgm:t>
        <a:bodyPr/>
        <a:lstStyle/>
        <a:p>
          <a:r>
            <a:rPr lang="en-US"/>
            <a:t>Ensure standardized method/procedures used for efficient/prompt response and analysis</a:t>
          </a:r>
        </a:p>
      </dgm:t>
    </dgm:pt>
    <dgm:pt modelId="{2753B412-0B24-46BD-A125-DC91957D7938}" type="parTrans" cxnId="{A771945A-935F-49B3-B507-F75C0990F1E9}">
      <dgm:prSet/>
      <dgm:spPr/>
      <dgm:t>
        <a:bodyPr/>
        <a:lstStyle/>
        <a:p>
          <a:endParaRPr lang="en-US"/>
        </a:p>
      </dgm:t>
    </dgm:pt>
    <dgm:pt modelId="{E1EA0885-1F6F-4754-B15A-16E5CA59EC3C}" type="sibTrans" cxnId="{A771945A-935F-49B3-B507-F75C0990F1E9}">
      <dgm:prSet/>
      <dgm:spPr/>
      <dgm:t>
        <a:bodyPr/>
        <a:lstStyle/>
        <a:p>
          <a:endParaRPr lang="en-US"/>
        </a:p>
      </dgm:t>
    </dgm:pt>
    <dgm:pt modelId="{D750B95B-69B1-4D0B-9809-15B1C9BE6AFF}">
      <dgm:prSet/>
      <dgm:spPr/>
      <dgm:t>
        <a:bodyPr/>
        <a:lstStyle/>
        <a:p>
          <a:r>
            <a:rPr lang="en-US"/>
            <a:t>Increase visibility and communication of incidents to network owner and response team</a:t>
          </a:r>
        </a:p>
      </dgm:t>
    </dgm:pt>
    <dgm:pt modelId="{2935EBD2-CE8B-468E-A2B1-00EE202C7691}" type="parTrans" cxnId="{CFD1E167-069B-4D43-99D3-88351C7E59AD}">
      <dgm:prSet/>
      <dgm:spPr/>
      <dgm:t>
        <a:bodyPr/>
        <a:lstStyle/>
        <a:p>
          <a:endParaRPr lang="en-US"/>
        </a:p>
      </dgm:t>
    </dgm:pt>
    <dgm:pt modelId="{D7DE9A7C-5A57-4461-BEA1-417775C4F202}" type="sibTrans" cxnId="{CFD1E167-069B-4D43-99D3-88351C7E59AD}">
      <dgm:prSet/>
      <dgm:spPr/>
      <dgm:t>
        <a:bodyPr/>
        <a:lstStyle/>
        <a:p>
          <a:endParaRPr lang="en-US"/>
        </a:p>
      </dgm:t>
    </dgm:pt>
    <dgm:pt modelId="{27E921DD-FD03-4418-B667-F3B9DAA9EC22}" type="pres">
      <dgm:prSet presAssocID="{A86BC306-0674-434E-AD11-EF746924E13C}" presName="root" presStyleCnt="0">
        <dgm:presLayoutVars>
          <dgm:dir/>
          <dgm:resizeHandles val="exact"/>
        </dgm:presLayoutVars>
      </dgm:prSet>
      <dgm:spPr/>
    </dgm:pt>
    <dgm:pt modelId="{DE41136D-77E4-4341-B40B-5220A1A699C0}" type="pres">
      <dgm:prSet presAssocID="{393A326B-D276-4CF9-90D2-A5D006FB31B4}" presName="compNode" presStyleCnt="0"/>
      <dgm:spPr/>
    </dgm:pt>
    <dgm:pt modelId="{5E5734EF-6859-4F59-B6FB-A030188A2C2D}" type="pres">
      <dgm:prSet presAssocID="{393A326B-D276-4CF9-90D2-A5D006FB31B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813B9132-0F2B-4B5C-9A6E-3E3E78BE205E}" type="pres">
      <dgm:prSet presAssocID="{393A326B-D276-4CF9-90D2-A5D006FB31B4}" presName="spaceRect" presStyleCnt="0"/>
      <dgm:spPr/>
    </dgm:pt>
    <dgm:pt modelId="{4FBBF76A-084D-4EF2-8A82-D63006DE88C6}" type="pres">
      <dgm:prSet presAssocID="{393A326B-D276-4CF9-90D2-A5D006FB31B4}" presName="textRect" presStyleLbl="revTx" presStyleIdx="0" presStyleCnt="2">
        <dgm:presLayoutVars>
          <dgm:chMax val="1"/>
          <dgm:chPref val="1"/>
        </dgm:presLayoutVars>
      </dgm:prSet>
      <dgm:spPr/>
    </dgm:pt>
    <dgm:pt modelId="{DAA986E0-68CA-4828-AE71-22D16B6E594C}" type="pres">
      <dgm:prSet presAssocID="{E1EA0885-1F6F-4754-B15A-16E5CA59EC3C}" presName="sibTrans" presStyleCnt="0"/>
      <dgm:spPr/>
    </dgm:pt>
    <dgm:pt modelId="{9FC6C8EE-1470-4FB0-A8B3-855044711DD0}" type="pres">
      <dgm:prSet presAssocID="{D750B95B-69B1-4D0B-9809-15B1C9BE6AFF}" presName="compNode" presStyleCnt="0"/>
      <dgm:spPr/>
    </dgm:pt>
    <dgm:pt modelId="{AA9A5B79-5ACC-4FC6-9C54-623688FB419E}" type="pres">
      <dgm:prSet presAssocID="{D750B95B-69B1-4D0B-9809-15B1C9BE6AF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26EE0F3-FF5E-4CA1-96FB-837DE02A4A5A}" type="pres">
      <dgm:prSet presAssocID="{D750B95B-69B1-4D0B-9809-15B1C9BE6AFF}" presName="spaceRect" presStyleCnt="0"/>
      <dgm:spPr/>
    </dgm:pt>
    <dgm:pt modelId="{7EBDA7F2-0E48-4FAF-9577-E8E5AFB8C302}" type="pres">
      <dgm:prSet presAssocID="{D750B95B-69B1-4D0B-9809-15B1C9BE6AF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4DC5909-3A81-42B5-AEC7-4780B0643B77}" type="presOf" srcId="{393A326B-D276-4CF9-90D2-A5D006FB31B4}" destId="{4FBBF76A-084D-4EF2-8A82-D63006DE88C6}" srcOrd="0" destOrd="0" presId="urn:microsoft.com/office/officeart/2018/2/layout/IconLabelList"/>
    <dgm:cxn modelId="{CFD1E167-069B-4D43-99D3-88351C7E59AD}" srcId="{A86BC306-0674-434E-AD11-EF746924E13C}" destId="{D750B95B-69B1-4D0B-9809-15B1C9BE6AFF}" srcOrd="1" destOrd="0" parTransId="{2935EBD2-CE8B-468E-A2B1-00EE202C7691}" sibTransId="{D7DE9A7C-5A57-4461-BEA1-417775C4F202}"/>
    <dgm:cxn modelId="{A771945A-935F-49B3-B507-F75C0990F1E9}" srcId="{A86BC306-0674-434E-AD11-EF746924E13C}" destId="{393A326B-D276-4CF9-90D2-A5D006FB31B4}" srcOrd="0" destOrd="0" parTransId="{2753B412-0B24-46BD-A125-DC91957D7938}" sibTransId="{E1EA0885-1F6F-4754-B15A-16E5CA59EC3C}"/>
    <dgm:cxn modelId="{93FCBA7F-130D-4D25-BBBF-1E2C196C8ECA}" type="presOf" srcId="{D750B95B-69B1-4D0B-9809-15B1C9BE6AFF}" destId="{7EBDA7F2-0E48-4FAF-9577-E8E5AFB8C302}" srcOrd="0" destOrd="0" presId="urn:microsoft.com/office/officeart/2018/2/layout/IconLabelList"/>
    <dgm:cxn modelId="{89F9D5F3-33BB-4671-A8EA-CB13B5F46417}" type="presOf" srcId="{A86BC306-0674-434E-AD11-EF746924E13C}" destId="{27E921DD-FD03-4418-B667-F3B9DAA9EC22}" srcOrd="0" destOrd="0" presId="urn:microsoft.com/office/officeart/2018/2/layout/IconLabelList"/>
    <dgm:cxn modelId="{4E4086F5-8706-433A-B876-CBBDF38234A1}" type="presParOf" srcId="{27E921DD-FD03-4418-B667-F3B9DAA9EC22}" destId="{DE41136D-77E4-4341-B40B-5220A1A699C0}" srcOrd="0" destOrd="0" presId="urn:microsoft.com/office/officeart/2018/2/layout/IconLabelList"/>
    <dgm:cxn modelId="{D0612DCF-5866-443E-9F12-2680189FF357}" type="presParOf" srcId="{DE41136D-77E4-4341-B40B-5220A1A699C0}" destId="{5E5734EF-6859-4F59-B6FB-A030188A2C2D}" srcOrd="0" destOrd="0" presId="urn:microsoft.com/office/officeart/2018/2/layout/IconLabelList"/>
    <dgm:cxn modelId="{67572D6E-D0BE-4E0C-81AA-44B264652D98}" type="presParOf" srcId="{DE41136D-77E4-4341-B40B-5220A1A699C0}" destId="{813B9132-0F2B-4B5C-9A6E-3E3E78BE205E}" srcOrd="1" destOrd="0" presId="urn:microsoft.com/office/officeart/2018/2/layout/IconLabelList"/>
    <dgm:cxn modelId="{D42933FC-CAA3-4306-BEC4-D0E3741D0116}" type="presParOf" srcId="{DE41136D-77E4-4341-B40B-5220A1A699C0}" destId="{4FBBF76A-084D-4EF2-8A82-D63006DE88C6}" srcOrd="2" destOrd="0" presId="urn:microsoft.com/office/officeart/2018/2/layout/IconLabelList"/>
    <dgm:cxn modelId="{01F4EF39-7CCC-49E3-8749-9DD37BA5C85C}" type="presParOf" srcId="{27E921DD-FD03-4418-B667-F3B9DAA9EC22}" destId="{DAA986E0-68CA-4828-AE71-22D16B6E594C}" srcOrd="1" destOrd="0" presId="urn:microsoft.com/office/officeart/2018/2/layout/IconLabelList"/>
    <dgm:cxn modelId="{24625204-F014-40F4-AF14-C0BFC262512C}" type="presParOf" srcId="{27E921DD-FD03-4418-B667-F3B9DAA9EC22}" destId="{9FC6C8EE-1470-4FB0-A8B3-855044711DD0}" srcOrd="2" destOrd="0" presId="urn:microsoft.com/office/officeart/2018/2/layout/IconLabelList"/>
    <dgm:cxn modelId="{3506AC5B-AEFB-486B-ACC8-E9907D2431CA}" type="presParOf" srcId="{9FC6C8EE-1470-4FB0-A8B3-855044711DD0}" destId="{AA9A5B79-5ACC-4FC6-9C54-623688FB419E}" srcOrd="0" destOrd="0" presId="urn:microsoft.com/office/officeart/2018/2/layout/IconLabelList"/>
    <dgm:cxn modelId="{EAEAE288-3331-488A-803D-A21C4364E078}" type="presParOf" srcId="{9FC6C8EE-1470-4FB0-A8B3-855044711DD0}" destId="{926EE0F3-FF5E-4CA1-96FB-837DE02A4A5A}" srcOrd="1" destOrd="0" presId="urn:microsoft.com/office/officeart/2018/2/layout/IconLabelList"/>
    <dgm:cxn modelId="{B54E71AF-6498-46C8-AF7E-A8D2F1BA51BE}" type="presParOf" srcId="{9FC6C8EE-1470-4FB0-A8B3-855044711DD0}" destId="{7EBDA7F2-0E48-4FAF-9577-E8E5AFB8C30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F4215F-5954-45E5-965B-1AEE3A4A3AF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5BF592-E6A7-4B24-B61C-E99ED3D7CD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Easy ticket creation</a:t>
          </a:r>
        </a:p>
      </dgm:t>
    </dgm:pt>
    <dgm:pt modelId="{DBDB0CCD-96FC-4A64-9A3F-C51A87392E26}" type="parTrans" cxnId="{200E3D1C-ED9B-4B76-890C-BC6E8F506848}">
      <dgm:prSet/>
      <dgm:spPr/>
      <dgm:t>
        <a:bodyPr/>
        <a:lstStyle/>
        <a:p>
          <a:endParaRPr lang="en-US"/>
        </a:p>
      </dgm:t>
    </dgm:pt>
    <dgm:pt modelId="{C15163A2-055E-43D6-959B-0E09F4755A61}" type="sibTrans" cxnId="{200E3D1C-ED9B-4B76-890C-BC6E8F506848}">
      <dgm:prSet/>
      <dgm:spPr/>
      <dgm:t>
        <a:bodyPr/>
        <a:lstStyle/>
        <a:p>
          <a:endParaRPr lang="en-US"/>
        </a:p>
      </dgm:t>
    </dgm:pt>
    <dgm:pt modelId="{028E22ED-0931-48F3-87DC-2368EFC8F5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eorgia Pro Cond Light" panose="020F0302020204030204"/>
            </a:rPr>
            <a:t>Multiple</a:t>
          </a:r>
          <a:r>
            <a:rPr lang="en-US"/>
            <a:t> methods for creating – email, website portal</a:t>
          </a:r>
        </a:p>
      </dgm:t>
    </dgm:pt>
    <dgm:pt modelId="{16A47549-5E9D-4B88-856C-C3AEA191393E}" type="parTrans" cxnId="{B32BFF72-E412-4464-B4AE-9549CF0DC0BA}">
      <dgm:prSet/>
      <dgm:spPr/>
      <dgm:t>
        <a:bodyPr/>
        <a:lstStyle/>
        <a:p>
          <a:endParaRPr lang="en-US"/>
        </a:p>
      </dgm:t>
    </dgm:pt>
    <dgm:pt modelId="{73710928-4180-4CD1-9956-78DEEBAD6231}" type="sibTrans" cxnId="{B32BFF72-E412-4464-B4AE-9549CF0DC0BA}">
      <dgm:prSet/>
      <dgm:spPr/>
      <dgm:t>
        <a:bodyPr/>
        <a:lstStyle/>
        <a:p>
          <a:endParaRPr lang="en-US"/>
        </a:p>
      </dgm:t>
    </dgm:pt>
    <dgm:pt modelId="{A7860C0E-6D9E-4B0D-A271-B16C837AA0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 Assign to team/members</a:t>
          </a:r>
        </a:p>
      </dgm:t>
    </dgm:pt>
    <dgm:pt modelId="{2E14886D-34A5-444C-8ACC-8DEA329FF193}" type="parTrans" cxnId="{441C2AEE-6405-4BF4-B77C-B1C2BFCE6B20}">
      <dgm:prSet/>
      <dgm:spPr/>
      <dgm:t>
        <a:bodyPr/>
        <a:lstStyle/>
        <a:p>
          <a:endParaRPr lang="en-US"/>
        </a:p>
      </dgm:t>
    </dgm:pt>
    <dgm:pt modelId="{8CC8B2F9-56C8-479A-A1C3-E35A9AF7E781}" type="sibTrans" cxnId="{441C2AEE-6405-4BF4-B77C-B1C2BFCE6B20}">
      <dgm:prSet/>
      <dgm:spPr/>
      <dgm:t>
        <a:bodyPr/>
        <a:lstStyle/>
        <a:p>
          <a:endParaRPr lang="en-US"/>
        </a:p>
      </dgm:t>
    </dgm:pt>
    <dgm:pt modelId="{F393E6AC-5FF3-4026-87E0-3A6824C01E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eorgia Pro Cond Light" panose="020F0302020204030204"/>
            </a:rPr>
            <a:t>Route</a:t>
          </a:r>
          <a:r>
            <a:rPr lang="en-US"/>
            <a:t> incident to the respective team/member utilizing templates</a:t>
          </a:r>
        </a:p>
      </dgm:t>
    </dgm:pt>
    <dgm:pt modelId="{73E847C6-D1A7-4832-B5C0-F632D59D8D5C}" type="parTrans" cxnId="{2375D00A-A3A0-4C4A-A2F8-6A571F152EE1}">
      <dgm:prSet/>
      <dgm:spPr/>
      <dgm:t>
        <a:bodyPr/>
        <a:lstStyle/>
        <a:p>
          <a:endParaRPr lang="en-US"/>
        </a:p>
      </dgm:t>
    </dgm:pt>
    <dgm:pt modelId="{7A9D6178-53B6-4957-82D0-DA3CEB352534}" type="sibTrans" cxnId="{2375D00A-A3A0-4C4A-A2F8-6A571F152EE1}">
      <dgm:prSet/>
      <dgm:spPr/>
      <dgm:t>
        <a:bodyPr/>
        <a:lstStyle/>
        <a:p>
          <a:endParaRPr lang="en-US"/>
        </a:p>
      </dgm:t>
    </dgm:pt>
    <dgm:pt modelId="{B9B76E8F-C80C-4B35-92A6-9C5CF12F6E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Timely notifications</a:t>
          </a:r>
        </a:p>
      </dgm:t>
    </dgm:pt>
    <dgm:pt modelId="{38E0F327-E273-4FAC-88E6-624CA088D38C}" type="parTrans" cxnId="{E76DEA99-6FEC-45A8-BDEE-B5D6C7AB9094}">
      <dgm:prSet/>
      <dgm:spPr/>
      <dgm:t>
        <a:bodyPr/>
        <a:lstStyle/>
        <a:p>
          <a:endParaRPr lang="en-US"/>
        </a:p>
      </dgm:t>
    </dgm:pt>
    <dgm:pt modelId="{54D9C56E-AE3D-4A43-95F0-B2696702F3C4}" type="sibTrans" cxnId="{E76DEA99-6FEC-45A8-BDEE-B5D6C7AB9094}">
      <dgm:prSet/>
      <dgm:spPr/>
      <dgm:t>
        <a:bodyPr/>
        <a:lstStyle/>
        <a:p>
          <a:endParaRPr lang="en-US"/>
        </a:p>
      </dgm:t>
    </dgm:pt>
    <dgm:pt modelId="{4128F4A9-290E-46F6-B562-DF4D66B9DB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Keep members informed of updates via email or other notification.</a:t>
          </a:r>
        </a:p>
      </dgm:t>
    </dgm:pt>
    <dgm:pt modelId="{04C4B21E-10E6-43C0-B1C6-8F5CFE9059E9}" type="parTrans" cxnId="{65688ECB-D9BE-44D7-BC01-A3247484DE29}">
      <dgm:prSet/>
      <dgm:spPr/>
      <dgm:t>
        <a:bodyPr/>
        <a:lstStyle/>
        <a:p>
          <a:endParaRPr lang="en-US"/>
        </a:p>
      </dgm:t>
    </dgm:pt>
    <dgm:pt modelId="{02D6FF0D-5B89-4480-937F-012CAB4FB7E5}" type="sibTrans" cxnId="{65688ECB-D9BE-44D7-BC01-A3247484DE29}">
      <dgm:prSet/>
      <dgm:spPr/>
      <dgm:t>
        <a:bodyPr/>
        <a:lstStyle/>
        <a:p>
          <a:endParaRPr lang="en-US"/>
        </a:p>
      </dgm:t>
    </dgm:pt>
    <dgm:pt modelId="{FBCA3E2C-CD96-4FD5-A9E2-024A94A965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Integration with monitoring tools</a:t>
          </a:r>
        </a:p>
      </dgm:t>
    </dgm:pt>
    <dgm:pt modelId="{71041B07-99F9-4619-BFCC-085D5050E156}" type="parTrans" cxnId="{DF6A595E-54F4-4D8E-8F20-BBBAE82005D5}">
      <dgm:prSet/>
      <dgm:spPr/>
      <dgm:t>
        <a:bodyPr/>
        <a:lstStyle/>
        <a:p>
          <a:endParaRPr lang="en-US"/>
        </a:p>
      </dgm:t>
    </dgm:pt>
    <dgm:pt modelId="{E4786949-ED3F-4FB6-A0B8-53BF4891FD34}" type="sibTrans" cxnId="{DF6A595E-54F4-4D8E-8F20-BBBAE82005D5}">
      <dgm:prSet/>
      <dgm:spPr/>
      <dgm:t>
        <a:bodyPr/>
        <a:lstStyle/>
        <a:p>
          <a:endParaRPr lang="en-US"/>
        </a:p>
      </dgm:t>
    </dgm:pt>
    <dgm:pt modelId="{1F12D292-BE9C-46B8-B24D-8DBE1301AD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eorgia Pro Cond Light" panose="020F0302020204030204"/>
            </a:rPr>
            <a:t>Automatically</a:t>
          </a:r>
          <a:r>
            <a:rPr lang="en-US"/>
            <a:t> convert alerts from network monitoring tools to tickets</a:t>
          </a:r>
        </a:p>
      </dgm:t>
    </dgm:pt>
    <dgm:pt modelId="{99F3F23E-5218-4AB7-BFA8-C0396BD3617A}" type="parTrans" cxnId="{88887A42-3E79-4D5B-BDF9-CF9DA2DB667D}">
      <dgm:prSet/>
      <dgm:spPr/>
      <dgm:t>
        <a:bodyPr/>
        <a:lstStyle/>
        <a:p>
          <a:endParaRPr lang="en-US"/>
        </a:p>
      </dgm:t>
    </dgm:pt>
    <dgm:pt modelId="{79D2ECCF-5196-47B8-87A9-662E8837E7FE}" type="sibTrans" cxnId="{88887A42-3E79-4D5B-BDF9-CF9DA2DB667D}">
      <dgm:prSet/>
      <dgm:spPr/>
      <dgm:t>
        <a:bodyPr/>
        <a:lstStyle/>
        <a:p>
          <a:endParaRPr lang="en-US"/>
        </a:p>
      </dgm:t>
    </dgm:pt>
    <dgm:pt modelId="{1967ACCD-6EC4-4988-AE33-24ED8BBB8D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Open-Source Intelligence </a:t>
          </a:r>
        </a:p>
      </dgm:t>
    </dgm:pt>
    <dgm:pt modelId="{38D9AD27-47AC-4CF4-96E2-A4996BD43B25}" type="parTrans" cxnId="{0004CD12-2939-4D79-A584-BC1E4771131C}">
      <dgm:prSet/>
      <dgm:spPr/>
      <dgm:t>
        <a:bodyPr/>
        <a:lstStyle/>
        <a:p>
          <a:endParaRPr lang="en-US"/>
        </a:p>
      </dgm:t>
    </dgm:pt>
    <dgm:pt modelId="{EC84DB1C-6638-4B7C-AFD3-98987A5512A6}" type="sibTrans" cxnId="{0004CD12-2939-4D79-A584-BC1E4771131C}">
      <dgm:prSet/>
      <dgm:spPr/>
      <dgm:t>
        <a:bodyPr/>
        <a:lstStyle/>
        <a:p>
          <a:endParaRPr lang="en-US"/>
        </a:p>
      </dgm:t>
    </dgm:pt>
    <dgm:pt modelId="{CEBADC3E-6978-4F39-82EC-0262AB324C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 rules</a:t>
          </a:r>
        </a:p>
      </dgm:t>
    </dgm:pt>
    <dgm:pt modelId="{9003C853-FC97-4F39-B379-7D571B115EB4}" type="parTrans" cxnId="{AEAE5E1B-B115-4DFA-A405-B82D14E1E1A3}">
      <dgm:prSet/>
      <dgm:spPr/>
      <dgm:t>
        <a:bodyPr/>
        <a:lstStyle/>
        <a:p>
          <a:endParaRPr lang="en-US"/>
        </a:p>
      </dgm:t>
    </dgm:pt>
    <dgm:pt modelId="{472DAE93-8BAA-4B11-95F4-4D95AA2F6B76}" type="sibTrans" cxnId="{AEAE5E1B-B115-4DFA-A405-B82D14E1E1A3}">
      <dgm:prSet/>
      <dgm:spPr/>
      <dgm:t>
        <a:bodyPr/>
        <a:lstStyle/>
        <a:p>
          <a:endParaRPr lang="en-US"/>
        </a:p>
      </dgm:t>
    </dgm:pt>
    <dgm:pt modelId="{18625AB1-924B-46D1-BA9D-8CCABABA81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API accessibility</a:t>
          </a:r>
        </a:p>
      </dgm:t>
    </dgm:pt>
    <dgm:pt modelId="{0FCE1D69-57E0-4A09-BE05-9A2F226AF0EE}" type="parTrans" cxnId="{15AB125E-5CF6-40AC-A2AD-2F6EC96651A3}">
      <dgm:prSet/>
      <dgm:spPr/>
      <dgm:t>
        <a:bodyPr/>
        <a:lstStyle/>
        <a:p>
          <a:endParaRPr lang="en-US"/>
        </a:p>
      </dgm:t>
    </dgm:pt>
    <dgm:pt modelId="{7D0BD778-2526-4E73-8F74-D94D126523A1}" type="sibTrans" cxnId="{15AB125E-5CF6-40AC-A2AD-2F6EC96651A3}">
      <dgm:prSet/>
      <dgm:spPr/>
      <dgm:t>
        <a:bodyPr/>
        <a:lstStyle/>
        <a:p>
          <a:endParaRPr lang="en-US"/>
        </a:p>
      </dgm:t>
    </dgm:pt>
    <dgm:pt modelId="{71574BFD-0C1E-429B-A537-1743C1EBFF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Collaboration</a:t>
          </a:r>
        </a:p>
      </dgm:t>
    </dgm:pt>
    <dgm:pt modelId="{E7F62C69-ACB0-4959-903A-36ED7588C24E}" type="parTrans" cxnId="{E317FB50-C20C-468C-86A4-4924DE44120C}">
      <dgm:prSet/>
      <dgm:spPr/>
      <dgm:t>
        <a:bodyPr/>
        <a:lstStyle/>
        <a:p>
          <a:endParaRPr lang="en-US"/>
        </a:p>
      </dgm:t>
    </dgm:pt>
    <dgm:pt modelId="{6BA4D292-99E0-46F5-9923-845ADF3CBF73}" type="sibTrans" cxnId="{E317FB50-C20C-468C-86A4-4924DE44120C}">
      <dgm:prSet/>
      <dgm:spPr/>
      <dgm:t>
        <a:bodyPr/>
        <a:lstStyle/>
        <a:p>
          <a:endParaRPr lang="en-US"/>
        </a:p>
      </dgm:t>
    </dgm:pt>
    <dgm:pt modelId="{7AC6AE79-BAC1-466E-AD39-F4360A0AEC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 CTI/MISP integration to allow for updated threat information</a:t>
          </a:r>
        </a:p>
      </dgm:t>
    </dgm:pt>
    <dgm:pt modelId="{D9055609-3DD4-4F20-B98A-A4A17067EADB}" type="parTrans" cxnId="{CFD87E34-FE69-42A3-BDEF-0C9069295F52}">
      <dgm:prSet/>
      <dgm:spPr/>
      <dgm:t>
        <a:bodyPr/>
        <a:lstStyle/>
        <a:p>
          <a:endParaRPr lang="en-US"/>
        </a:p>
      </dgm:t>
    </dgm:pt>
    <dgm:pt modelId="{387AA996-0CC3-47CD-BA09-E8B414DF9BFF}" type="sibTrans" cxnId="{CFD87E34-FE69-42A3-BDEF-0C9069295F52}">
      <dgm:prSet/>
      <dgm:spPr/>
      <dgm:t>
        <a:bodyPr/>
        <a:lstStyle/>
        <a:p>
          <a:endParaRPr lang="en-US"/>
        </a:p>
      </dgm:t>
    </dgm:pt>
    <dgm:pt modelId="{039F9BC4-1EAA-4554-BB6E-207832AFC9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eorgia Pro Cond Light" panose="020F0302020204030204"/>
            </a:rPr>
            <a:t>Automate</a:t>
          </a:r>
          <a:r>
            <a:rPr lang="en-US"/>
            <a:t> preset actions on incoming tickets based on criteria</a:t>
          </a:r>
        </a:p>
      </dgm:t>
    </dgm:pt>
    <dgm:pt modelId="{B283F72B-962D-4186-AE1A-D429432F87F8}" type="parTrans" cxnId="{39ACDE36-2D3F-4BF7-A3E8-770B177D1E57}">
      <dgm:prSet/>
      <dgm:spPr/>
      <dgm:t>
        <a:bodyPr/>
        <a:lstStyle/>
        <a:p>
          <a:endParaRPr lang="en-US"/>
        </a:p>
      </dgm:t>
    </dgm:pt>
    <dgm:pt modelId="{48824068-FC8A-434D-BC66-1C3FEAF30AF2}" type="sibTrans" cxnId="{39ACDE36-2D3F-4BF7-A3E8-770B177D1E57}">
      <dgm:prSet/>
      <dgm:spPr/>
      <dgm:t>
        <a:bodyPr/>
        <a:lstStyle/>
        <a:p>
          <a:endParaRPr lang="en-US"/>
        </a:p>
      </dgm:t>
    </dgm:pt>
    <dgm:pt modelId="{AB866363-F8B9-4F6F-9140-F103944B1E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Allowing for multiple users to simultaneously work on the same case</a:t>
          </a:r>
        </a:p>
      </dgm:t>
    </dgm:pt>
    <dgm:pt modelId="{7C08F549-C783-456D-8F10-16DAAFB0A9BB}" type="parTrans" cxnId="{8A33DA3C-1895-4F7C-9837-AF6E44990F9F}">
      <dgm:prSet/>
      <dgm:spPr/>
      <dgm:t>
        <a:bodyPr/>
        <a:lstStyle/>
        <a:p>
          <a:endParaRPr lang="en-US"/>
        </a:p>
      </dgm:t>
    </dgm:pt>
    <dgm:pt modelId="{A634B30F-7E66-414F-A004-8AE28EBCB176}" type="sibTrans" cxnId="{8A33DA3C-1895-4F7C-9837-AF6E44990F9F}">
      <dgm:prSet/>
      <dgm:spPr/>
      <dgm:t>
        <a:bodyPr/>
        <a:lstStyle/>
        <a:p>
          <a:endParaRPr lang="en-US"/>
        </a:p>
      </dgm:t>
    </dgm:pt>
    <dgm:pt modelId="{4AD369D2-BDAC-4CB1-9BF9-9EE8EEA1F8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Attachment/artifact functionality</a:t>
          </a:r>
        </a:p>
      </dgm:t>
    </dgm:pt>
    <dgm:pt modelId="{3469C54E-F5F8-4103-91E1-440C5435DFDE}" type="parTrans" cxnId="{B8671312-B55E-4242-9E4E-96C8D0074767}">
      <dgm:prSet/>
      <dgm:spPr/>
      <dgm:t>
        <a:bodyPr/>
        <a:lstStyle/>
        <a:p>
          <a:endParaRPr lang="en-US"/>
        </a:p>
      </dgm:t>
    </dgm:pt>
    <dgm:pt modelId="{280F06A8-8248-483F-9858-C7F64A0449BE}" type="sibTrans" cxnId="{B8671312-B55E-4242-9E4E-96C8D0074767}">
      <dgm:prSet/>
      <dgm:spPr/>
      <dgm:t>
        <a:bodyPr/>
        <a:lstStyle/>
        <a:p>
          <a:endParaRPr lang="en-US"/>
        </a:p>
      </dgm:t>
    </dgm:pt>
    <dgm:pt modelId="{FC528625-68BF-4BD0-A5B9-B82F406B74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Allow for upload into case and margining of tickets or artifacts to reduce redundant data</a:t>
          </a:r>
        </a:p>
      </dgm:t>
    </dgm:pt>
    <dgm:pt modelId="{C6490F5C-6B41-41AF-BD28-E458DB7F7634}" type="parTrans" cxnId="{832DACBC-EC07-49EC-8456-AD30D868FFC9}">
      <dgm:prSet/>
      <dgm:spPr/>
      <dgm:t>
        <a:bodyPr/>
        <a:lstStyle/>
        <a:p>
          <a:endParaRPr lang="en-US"/>
        </a:p>
      </dgm:t>
    </dgm:pt>
    <dgm:pt modelId="{97C34D68-3D95-4577-BC3A-21282555809D}" type="sibTrans" cxnId="{832DACBC-EC07-49EC-8456-AD30D868FFC9}">
      <dgm:prSet/>
      <dgm:spPr/>
      <dgm:t>
        <a:bodyPr/>
        <a:lstStyle/>
        <a:p>
          <a:endParaRPr lang="en-US"/>
        </a:p>
      </dgm:t>
    </dgm:pt>
    <dgm:pt modelId="{3F61639E-18B9-4577-8D59-0636F5F2F8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Pull data via API to pull into other systems</a:t>
          </a:r>
        </a:p>
      </dgm:t>
    </dgm:pt>
    <dgm:pt modelId="{146A9577-93C7-43B9-8EAD-FD66E2314E12}" type="parTrans" cxnId="{6DAF7639-3C91-4D28-A0EB-0B6280925E1A}">
      <dgm:prSet/>
      <dgm:spPr/>
      <dgm:t>
        <a:bodyPr/>
        <a:lstStyle/>
        <a:p>
          <a:endParaRPr lang="en-US"/>
        </a:p>
      </dgm:t>
    </dgm:pt>
    <dgm:pt modelId="{2FD4D53A-FF2D-42DB-A00B-31A32B7995E5}" type="sibTrans" cxnId="{6DAF7639-3C91-4D28-A0EB-0B6280925E1A}">
      <dgm:prSet/>
      <dgm:spPr/>
      <dgm:t>
        <a:bodyPr/>
        <a:lstStyle/>
        <a:p>
          <a:endParaRPr lang="en-US"/>
        </a:p>
      </dgm:t>
    </dgm:pt>
    <dgm:pt modelId="{FC28B652-C346-45A9-AA6F-CB587E2C177B}" type="pres">
      <dgm:prSet presAssocID="{38F4215F-5954-45E5-965B-1AEE3A4A3AFC}" presName="root" presStyleCnt="0">
        <dgm:presLayoutVars>
          <dgm:dir/>
          <dgm:resizeHandles val="exact"/>
        </dgm:presLayoutVars>
      </dgm:prSet>
      <dgm:spPr/>
    </dgm:pt>
    <dgm:pt modelId="{A35E47AA-97BE-49D4-BF02-7F2CAFF72540}" type="pres">
      <dgm:prSet presAssocID="{985BF592-E6A7-4B24-B61C-E99ED3D7CDD8}" presName="compNode" presStyleCnt="0"/>
      <dgm:spPr/>
    </dgm:pt>
    <dgm:pt modelId="{E8E9018C-074A-4976-86B5-4589AE7DB2FC}" type="pres">
      <dgm:prSet presAssocID="{985BF592-E6A7-4B24-B61C-E99ED3D7CDD8}" presName="bgRect" presStyleLbl="bgShp" presStyleIdx="0" presStyleCnt="9"/>
      <dgm:spPr/>
    </dgm:pt>
    <dgm:pt modelId="{59206029-24B4-4218-A0CB-77DFFDE1E4B7}" type="pres">
      <dgm:prSet presAssocID="{985BF592-E6A7-4B24-B61C-E99ED3D7CDD8}" presName="iconRect" presStyleLbl="node1" presStyleIdx="0" presStyleCnt="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E38932E-C0B3-478B-B86F-5F2B21D10927}" type="pres">
      <dgm:prSet presAssocID="{985BF592-E6A7-4B24-B61C-E99ED3D7CDD8}" presName="spaceRect" presStyleCnt="0"/>
      <dgm:spPr/>
    </dgm:pt>
    <dgm:pt modelId="{5648642C-B9DA-499F-B51D-BEF8A1872E0F}" type="pres">
      <dgm:prSet presAssocID="{985BF592-E6A7-4B24-B61C-E99ED3D7CDD8}" presName="parTx" presStyleLbl="revTx" presStyleIdx="0" presStyleCnt="18">
        <dgm:presLayoutVars>
          <dgm:chMax val="0"/>
          <dgm:chPref val="0"/>
        </dgm:presLayoutVars>
      </dgm:prSet>
      <dgm:spPr/>
    </dgm:pt>
    <dgm:pt modelId="{9216FABA-3C86-441E-84AC-2C9330E4F4B3}" type="pres">
      <dgm:prSet presAssocID="{985BF592-E6A7-4B24-B61C-E99ED3D7CDD8}" presName="desTx" presStyleLbl="revTx" presStyleIdx="1" presStyleCnt="18">
        <dgm:presLayoutVars/>
      </dgm:prSet>
      <dgm:spPr/>
    </dgm:pt>
    <dgm:pt modelId="{4F5DB261-7171-4B30-BDB7-B3B9104E2760}" type="pres">
      <dgm:prSet presAssocID="{C15163A2-055E-43D6-959B-0E09F4755A61}" presName="sibTrans" presStyleCnt="0"/>
      <dgm:spPr/>
    </dgm:pt>
    <dgm:pt modelId="{A4C920E3-3DE6-4757-92D8-01EB4707901C}" type="pres">
      <dgm:prSet presAssocID="{A7860C0E-6D9E-4B0D-A271-B16C837AA0A4}" presName="compNode" presStyleCnt="0"/>
      <dgm:spPr/>
    </dgm:pt>
    <dgm:pt modelId="{84BF5179-42A2-4BBD-BFD5-674162873AB7}" type="pres">
      <dgm:prSet presAssocID="{A7860C0E-6D9E-4B0D-A271-B16C837AA0A4}" presName="bgRect" presStyleLbl="bgShp" presStyleIdx="1" presStyleCnt="9"/>
      <dgm:spPr/>
    </dgm:pt>
    <dgm:pt modelId="{0C4B4A34-EBAC-43B0-A417-82E03224FD29}" type="pres">
      <dgm:prSet presAssocID="{A7860C0E-6D9E-4B0D-A271-B16C837AA0A4}" presName="iconRect" presStyleLbl="node1" presStyleIdx="1" presStyleCnt="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AAFB6C6-0D24-46FB-9294-93E66C26389E}" type="pres">
      <dgm:prSet presAssocID="{A7860C0E-6D9E-4B0D-A271-B16C837AA0A4}" presName="spaceRect" presStyleCnt="0"/>
      <dgm:spPr/>
    </dgm:pt>
    <dgm:pt modelId="{73E99072-890B-46E2-BBC7-87174F58D505}" type="pres">
      <dgm:prSet presAssocID="{A7860C0E-6D9E-4B0D-A271-B16C837AA0A4}" presName="parTx" presStyleLbl="revTx" presStyleIdx="2" presStyleCnt="18">
        <dgm:presLayoutVars>
          <dgm:chMax val="0"/>
          <dgm:chPref val="0"/>
        </dgm:presLayoutVars>
      </dgm:prSet>
      <dgm:spPr/>
    </dgm:pt>
    <dgm:pt modelId="{15A68CA1-C2B2-492C-AE5E-B74DCD9C69A2}" type="pres">
      <dgm:prSet presAssocID="{A7860C0E-6D9E-4B0D-A271-B16C837AA0A4}" presName="desTx" presStyleLbl="revTx" presStyleIdx="3" presStyleCnt="18">
        <dgm:presLayoutVars/>
      </dgm:prSet>
      <dgm:spPr/>
    </dgm:pt>
    <dgm:pt modelId="{810804C8-E228-4D22-89DF-9B87601D176A}" type="pres">
      <dgm:prSet presAssocID="{8CC8B2F9-56C8-479A-A1C3-E35A9AF7E781}" presName="sibTrans" presStyleCnt="0"/>
      <dgm:spPr/>
    </dgm:pt>
    <dgm:pt modelId="{E77AE91C-B4A1-4C51-B0D9-88915724F408}" type="pres">
      <dgm:prSet presAssocID="{B9B76E8F-C80C-4B35-92A6-9C5CF12F6E69}" presName="compNode" presStyleCnt="0"/>
      <dgm:spPr/>
    </dgm:pt>
    <dgm:pt modelId="{0B0C03D1-C443-4406-887D-628FDE78C5CF}" type="pres">
      <dgm:prSet presAssocID="{B9B76E8F-C80C-4B35-92A6-9C5CF12F6E69}" presName="bgRect" presStyleLbl="bgShp" presStyleIdx="2" presStyleCnt="9"/>
      <dgm:spPr/>
    </dgm:pt>
    <dgm:pt modelId="{4BCE8AB3-489F-41A5-AB44-64028688785A}" type="pres">
      <dgm:prSet presAssocID="{B9B76E8F-C80C-4B35-92A6-9C5CF12F6E69}" presName="iconRect" presStyleLbl="node1" presStyleIdx="2" presStyleCnt="9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E1F3BC28-5BD2-4446-864F-01FAB98C5584}" type="pres">
      <dgm:prSet presAssocID="{B9B76E8F-C80C-4B35-92A6-9C5CF12F6E69}" presName="spaceRect" presStyleCnt="0"/>
      <dgm:spPr/>
    </dgm:pt>
    <dgm:pt modelId="{85B559A6-D20D-4543-A6D9-19185777BFB1}" type="pres">
      <dgm:prSet presAssocID="{B9B76E8F-C80C-4B35-92A6-9C5CF12F6E69}" presName="parTx" presStyleLbl="revTx" presStyleIdx="4" presStyleCnt="18">
        <dgm:presLayoutVars>
          <dgm:chMax val="0"/>
          <dgm:chPref val="0"/>
        </dgm:presLayoutVars>
      </dgm:prSet>
      <dgm:spPr/>
    </dgm:pt>
    <dgm:pt modelId="{53D9A5A5-3B52-440D-9969-F4858FEF92AD}" type="pres">
      <dgm:prSet presAssocID="{B9B76E8F-C80C-4B35-92A6-9C5CF12F6E69}" presName="desTx" presStyleLbl="revTx" presStyleIdx="5" presStyleCnt="18">
        <dgm:presLayoutVars/>
      </dgm:prSet>
      <dgm:spPr/>
    </dgm:pt>
    <dgm:pt modelId="{9F94E9DD-2A90-47E3-89FB-286128B3300E}" type="pres">
      <dgm:prSet presAssocID="{54D9C56E-AE3D-4A43-95F0-B2696702F3C4}" presName="sibTrans" presStyleCnt="0"/>
      <dgm:spPr/>
    </dgm:pt>
    <dgm:pt modelId="{AF70D8C3-A5F7-4323-9597-A783DEE7127F}" type="pres">
      <dgm:prSet presAssocID="{FBCA3E2C-CD96-4FD5-A9E2-024A94A96594}" presName="compNode" presStyleCnt="0"/>
      <dgm:spPr/>
    </dgm:pt>
    <dgm:pt modelId="{FC71C7BF-6975-40BA-9304-15D87633EA3A}" type="pres">
      <dgm:prSet presAssocID="{FBCA3E2C-CD96-4FD5-A9E2-024A94A96594}" presName="bgRect" presStyleLbl="bgShp" presStyleIdx="3" presStyleCnt="9"/>
      <dgm:spPr/>
    </dgm:pt>
    <dgm:pt modelId="{188E01F0-7AB6-4945-A3F2-0DDEBAF6ED4B}" type="pres">
      <dgm:prSet presAssocID="{FBCA3E2C-CD96-4FD5-A9E2-024A94A96594}" presName="iconRect" presStyleLbl="node1" presStyleIdx="3" presStyleCnt="9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152133A-12E2-40B6-BD92-6D94E0356C65}" type="pres">
      <dgm:prSet presAssocID="{FBCA3E2C-CD96-4FD5-A9E2-024A94A96594}" presName="spaceRect" presStyleCnt="0"/>
      <dgm:spPr/>
    </dgm:pt>
    <dgm:pt modelId="{E037FF75-F26A-4F35-9CD8-DA2B8853DC62}" type="pres">
      <dgm:prSet presAssocID="{FBCA3E2C-CD96-4FD5-A9E2-024A94A96594}" presName="parTx" presStyleLbl="revTx" presStyleIdx="6" presStyleCnt="18">
        <dgm:presLayoutVars>
          <dgm:chMax val="0"/>
          <dgm:chPref val="0"/>
        </dgm:presLayoutVars>
      </dgm:prSet>
      <dgm:spPr/>
    </dgm:pt>
    <dgm:pt modelId="{9F0CD791-7DED-4361-84F3-43A41F05C663}" type="pres">
      <dgm:prSet presAssocID="{FBCA3E2C-CD96-4FD5-A9E2-024A94A96594}" presName="desTx" presStyleLbl="revTx" presStyleIdx="7" presStyleCnt="18">
        <dgm:presLayoutVars/>
      </dgm:prSet>
      <dgm:spPr/>
    </dgm:pt>
    <dgm:pt modelId="{61854131-7E53-4F25-9D4B-2EAD33BE182A}" type="pres">
      <dgm:prSet presAssocID="{E4786949-ED3F-4FB6-A0B8-53BF4891FD34}" presName="sibTrans" presStyleCnt="0"/>
      <dgm:spPr/>
    </dgm:pt>
    <dgm:pt modelId="{0EF5AEAC-7C1C-4D89-87AF-20E5D65642BB}" type="pres">
      <dgm:prSet presAssocID="{1967ACCD-6EC4-4988-AE33-24ED8BBB8D9C}" presName="compNode" presStyleCnt="0"/>
      <dgm:spPr/>
    </dgm:pt>
    <dgm:pt modelId="{783361AC-4DD5-429A-BD0D-E050AA2B4A06}" type="pres">
      <dgm:prSet presAssocID="{1967ACCD-6EC4-4988-AE33-24ED8BBB8D9C}" presName="bgRect" presStyleLbl="bgShp" presStyleIdx="4" presStyleCnt="9"/>
      <dgm:spPr/>
    </dgm:pt>
    <dgm:pt modelId="{EAAE096F-7A95-491B-8CD2-B14C127AFE6B}" type="pres">
      <dgm:prSet presAssocID="{1967ACCD-6EC4-4988-AE33-24ED8BBB8D9C}" presName="iconRect" presStyleLbl="node1" presStyleIdx="4" presStyleCnt="9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stit Notes with solid fill"/>
        </a:ext>
      </dgm:extLst>
    </dgm:pt>
    <dgm:pt modelId="{250B26C5-D3F4-449B-8718-A15C9FFDC79E}" type="pres">
      <dgm:prSet presAssocID="{1967ACCD-6EC4-4988-AE33-24ED8BBB8D9C}" presName="spaceRect" presStyleCnt="0"/>
      <dgm:spPr/>
    </dgm:pt>
    <dgm:pt modelId="{BEBEE52D-1EEA-4E84-8C3C-15292DDF78E0}" type="pres">
      <dgm:prSet presAssocID="{1967ACCD-6EC4-4988-AE33-24ED8BBB8D9C}" presName="parTx" presStyleLbl="revTx" presStyleIdx="8" presStyleCnt="18">
        <dgm:presLayoutVars>
          <dgm:chMax val="0"/>
          <dgm:chPref val="0"/>
        </dgm:presLayoutVars>
      </dgm:prSet>
      <dgm:spPr/>
    </dgm:pt>
    <dgm:pt modelId="{07B9A0E2-9D3E-434D-BAE6-245068AA8ED7}" type="pres">
      <dgm:prSet presAssocID="{1967ACCD-6EC4-4988-AE33-24ED8BBB8D9C}" presName="desTx" presStyleLbl="revTx" presStyleIdx="9" presStyleCnt="18">
        <dgm:presLayoutVars/>
      </dgm:prSet>
      <dgm:spPr/>
    </dgm:pt>
    <dgm:pt modelId="{0466C53F-4149-4DC8-A81C-7AD349D700C0}" type="pres">
      <dgm:prSet presAssocID="{EC84DB1C-6638-4B7C-AFD3-98987A5512A6}" presName="sibTrans" presStyleCnt="0"/>
      <dgm:spPr/>
    </dgm:pt>
    <dgm:pt modelId="{E5057538-9FAE-4354-A830-8054869A8AF5}" type="pres">
      <dgm:prSet presAssocID="{71574BFD-0C1E-429B-A537-1743C1EBFF62}" presName="compNode" presStyleCnt="0"/>
      <dgm:spPr/>
    </dgm:pt>
    <dgm:pt modelId="{6965BBE3-E887-4B55-8EDB-976B8356CDB6}" type="pres">
      <dgm:prSet presAssocID="{71574BFD-0C1E-429B-A537-1743C1EBFF62}" presName="bgRect" presStyleLbl="bgShp" presStyleIdx="5" presStyleCnt="9"/>
      <dgm:spPr/>
    </dgm:pt>
    <dgm:pt modelId="{AEA053D8-FF84-4A0B-9071-9CCE84974C7B}" type="pres">
      <dgm:prSet presAssocID="{71574BFD-0C1E-429B-A537-1743C1EBFF62}" presName="iconRect" presStyleLbl="node1" presStyleIdx="5" presStyleCnt="9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of people with solid fill"/>
        </a:ext>
      </dgm:extLst>
    </dgm:pt>
    <dgm:pt modelId="{7DA9A8A3-6AE4-4ED6-BC00-237DF78CA3CB}" type="pres">
      <dgm:prSet presAssocID="{71574BFD-0C1E-429B-A537-1743C1EBFF62}" presName="spaceRect" presStyleCnt="0"/>
      <dgm:spPr/>
    </dgm:pt>
    <dgm:pt modelId="{5611F24C-2E37-4A1C-987A-4BA0955B657F}" type="pres">
      <dgm:prSet presAssocID="{71574BFD-0C1E-429B-A537-1743C1EBFF62}" presName="parTx" presStyleLbl="revTx" presStyleIdx="10" presStyleCnt="18">
        <dgm:presLayoutVars>
          <dgm:chMax val="0"/>
          <dgm:chPref val="0"/>
        </dgm:presLayoutVars>
      </dgm:prSet>
      <dgm:spPr/>
    </dgm:pt>
    <dgm:pt modelId="{3BDAEB28-24B6-4473-84F1-85D003BB3118}" type="pres">
      <dgm:prSet presAssocID="{71574BFD-0C1E-429B-A537-1743C1EBFF62}" presName="desTx" presStyleLbl="revTx" presStyleIdx="11" presStyleCnt="18">
        <dgm:presLayoutVars/>
      </dgm:prSet>
      <dgm:spPr/>
    </dgm:pt>
    <dgm:pt modelId="{41298014-D1D4-40BD-BD64-1A9F27D32C68}" type="pres">
      <dgm:prSet presAssocID="{6BA4D292-99E0-46F5-9923-845ADF3CBF73}" presName="sibTrans" presStyleCnt="0"/>
      <dgm:spPr/>
    </dgm:pt>
    <dgm:pt modelId="{06581FE9-7F32-46B7-B8C2-22839385ED39}" type="pres">
      <dgm:prSet presAssocID="{4AD369D2-BDAC-4CB1-9BF9-9EE8EEA1F8BE}" presName="compNode" presStyleCnt="0"/>
      <dgm:spPr/>
    </dgm:pt>
    <dgm:pt modelId="{3A2189E8-C707-4D99-AF68-98E01C34E34F}" type="pres">
      <dgm:prSet presAssocID="{4AD369D2-BDAC-4CB1-9BF9-9EE8EEA1F8BE}" presName="bgRect" presStyleLbl="bgShp" presStyleIdx="6" presStyleCnt="9"/>
      <dgm:spPr/>
    </dgm:pt>
    <dgm:pt modelId="{10936743-C4F7-459F-8249-AD6DE7991988}" type="pres">
      <dgm:prSet presAssocID="{4AD369D2-BDAC-4CB1-9BF9-9EE8EEA1F8BE}" presName="iconRect" presStyleLbl="node1" presStyleIdx="6" presStyleCnt="9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clip with solid fill"/>
        </a:ext>
      </dgm:extLst>
    </dgm:pt>
    <dgm:pt modelId="{51A9AF92-6C8E-4C8E-BFCE-A8432DF4B34E}" type="pres">
      <dgm:prSet presAssocID="{4AD369D2-BDAC-4CB1-9BF9-9EE8EEA1F8BE}" presName="spaceRect" presStyleCnt="0"/>
      <dgm:spPr/>
    </dgm:pt>
    <dgm:pt modelId="{B5B666C4-AF06-4798-80A7-11D6CBD85DAA}" type="pres">
      <dgm:prSet presAssocID="{4AD369D2-BDAC-4CB1-9BF9-9EE8EEA1F8BE}" presName="parTx" presStyleLbl="revTx" presStyleIdx="12" presStyleCnt="18">
        <dgm:presLayoutVars>
          <dgm:chMax val="0"/>
          <dgm:chPref val="0"/>
        </dgm:presLayoutVars>
      </dgm:prSet>
      <dgm:spPr/>
    </dgm:pt>
    <dgm:pt modelId="{A53D151F-7F82-46AD-B462-5A2B5F99BEC5}" type="pres">
      <dgm:prSet presAssocID="{4AD369D2-BDAC-4CB1-9BF9-9EE8EEA1F8BE}" presName="desTx" presStyleLbl="revTx" presStyleIdx="13" presStyleCnt="18">
        <dgm:presLayoutVars/>
      </dgm:prSet>
      <dgm:spPr/>
    </dgm:pt>
    <dgm:pt modelId="{1ADF258E-527B-4169-8D7A-D97059C75BAE}" type="pres">
      <dgm:prSet presAssocID="{280F06A8-8248-483F-9858-C7F64A0449BE}" presName="sibTrans" presStyleCnt="0"/>
      <dgm:spPr/>
    </dgm:pt>
    <dgm:pt modelId="{387E5013-E372-4330-AA59-5579F54978D8}" type="pres">
      <dgm:prSet presAssocID="{18625AB1-924B-46D1-BA9D-8CCABABA81A1}" presName="compNode" presStyleCnt="0"/>
      <dgm:spPr/>
    </dgm:pt>
    <dgm:pt modelId="{B050968C-E764-4008-B0B0-4D78805225A7}" type="pres">
      <dgm:prSet presAssocID="{18625AB1-924B-46D1-BA9D-8CCABABA81A1}" presName="bgRect" presStyleLbl="bgShp" presStyleIdx="7" presStyleCnt="9"/>
      <dgm:spPr/>
    </dgm:pt>
    <dgm:pt modelId="{1078728E-85BB-41AB-9B64-A6047E8DD6B8}" type="pres">
      <dgm:prSet presAssocID="{18625AB1-924B-46D1-BA9D-8CCABABA81A1}" presName="iconRect" presStyleLbl="node1" presStyleIdx="7" presStyleCnt="9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 Of Things with solid fill"/>
        </a:ext>
      </dgm:extLst>
    </dgm:pt>
    <dgm:pt modelId="{8EA3F506-2F43-4A28-A697-7B35D04C315B}" type="pres">
      <dgm:prSet presAssocID="{18625AB1-924B-46D1-BA9D-8CCABABA81A1}" presName="spaceRect" presStyleCnt="0"/>
      <dgm:spPr/>
    </dgm:pt>
    <dgm:pt modelId="{E2E187A2-5B3A-4A17-87A7-11CD087FD859}" type="pres">
      <dgm:prSet presAssocID="{18625AB1-924B-46D1-BA9D-8CCABABA81A1}" presName="parTx" presStyleLbl="revTx" presStyleIdx="14" presStyleCnt="18">
        <dgm:presLayoutVars>
          <dgm:chMax val="0"/>
          <dgm:chPref val="0"/>
        </dgm:presLayoutVars>
      </dgm:prSet>
      <dgm:spPr/>
    </dgm:pt>
    <dgm:pt modelId="{F134C204-B48A-4BF9-8EC0-EF94D62A63E7}" type="pres">
      <dgm:prSet presAssocID="{18625AB1-924B-46D1-BA9D-8CCABABA81A1}" presName="desTx" presStyleLbl="revTx" presStyleIdx="15" presStyleCnt="18">
        <dgm:presLayoutVars/>
      </dgm:prSet>
      <dgm:spPr/>
    </dgm:pt>
    <dgm:pt modelId="{A7B858E6-598F-4C52-B82B-63E9C6B95BC0}" type="pres">
      <dgm:prSet presAssocID="{7D0BD778-2526-4E73-8F74-D94D126523A1}" presName="sibTrans" presStyleCnt="0"/>
      <dgm:spPr/>
    </dgm:pt>
    <dgm:pt modelId="{73C79EDA-3F42-4F0E-9758-ADE817EE8F65}" type="pres">
      <dgm:prSet presAssocID="{CEBADC3E-6978-4F39-82EC-0262AB324CF1}" presName="compNode" presStyleCnt="0"/>
      <dgm:spPr/>
    </dgm:pt>
    <dgm:pt modelId="{2EE4F2CA-03C8-4207-BD6B-EE741117C6A6}" type="pres">
      <dgm:prSet presAssocID="{CEBADC3E-6978-4F39-82EC-0262AB324CF1}" presName="bgRect" presStyleLbl="bgShp" presStyleIdx="8" presStyleCnt="9"/>
      <dgm:spPr/>
    </dgm:pt>
    <dgm:pt modelId="{8D9070B5-5713-49C9-AA35-C43AD2B069B8}" type="pres">
      <dgm:prSet presAssocID="{CEBADC3E-6978-4F39-82EC-0262AB324CF1}" presName="iconRect" presStyleLbl="node1" presStyleIdx="8" presStyleCnt="9"/>
      <dgm:spPr>
        <a:blipFill>
          <a:blip xmlns:r="http://schemas.openxmlformats.org/officeDocument/2006/relationships"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ic Wand Auto with solid fill"/>
        </a:ext>
      </dgm:extLst>
    </dgm:pt>
    <dgm:pt modelId="{D0876B1B-5846-43E3-AF4E-2BD28EF99A19}" type="pres">
      <dgm:prSet presAssocID="{CEBADC3E-6978-4F39-82EC-0262AB324CF1}" presName="spaceRect" presStyleCnt="0"/>
      <dgm:spPr/>
    </dgm:pt>
    <dgm:pt modelId="{5F0E85BB-102A-4625-8D63-F00AEAADB029}" type="pres">
      <dgm:prSet presAssocID="{CEBADC3E-6978-4F39-82EC-0262AB324CF1}" presName="parTx" presStyleLbl="revTx" presStyleIdx="16" presStyleCnt="18">
        <dgm:presLayoutVars>
          <dgm:chMax val="0"/>
          <dgm:chPref val="0"/>
        </dgm:presLayoutVars>
      </dgm:prSet>
      <dgm:spPr/>
    </dgm:pt>
    <dgm:pt modelId="{BA817E54-0FB7-4D8F-807D-3914680698AB}" type="pres">
      <dgm:prSet presAssocID="{CEBADC3E-6978-4F39-82EC-0262AB324CF1}" presName="desTx" presStyleLbl="revTx" presStyleIdx="17" presStyleCnt="18">
        <dgm:presLayoutVars/>
      </dgm:prSet>
      <dgm:spPr/>
    </dgm:pt>
  </dgm:ptLst>
  <dgm:cxnLst>
    <dgm:cxn modelId="{1AA6D904-81D9-4DF0-B01A-3EFBCD1A5790}" type="presOf" srcId="{AB866363-F8B9-4F6F-9140-F103944B1E8A}" destId="{3BDAEB28-24B6-4473-84F1-85D003BB3118}" srcOrd="0" destOrd="0" presId="urn:microsoft.com/office/officeart/2018/2/layout/IconVerticalSolidList"/>
    <dgm:cxn modelId="{2375D00A-A3A0-4C4A-A2F8-6A571F152EE1}" srcId="{A7860C0E-6D9E-4B0D-A271-B16C837AA0A4}" destId="{F393E6AC-5FF3-4026-87E0-3A6824C01E78}" srcOrd="0" destOrd="0" parTransId="{73E847C6-D1A7-4832-B5C0-F632D59D8D5C}" sibTransId="{7A9D6178-53B6-4957-82D0-DA3CEB352534}"/>
    <dgm:cxn modelId="{B8671312-B55E-4242-9E4E-96C8D0074767}" srcId="{38F4215F-5954-45E5-965B-1AEE3A4A3AFC}" destId="{4AD369D2-BDAC-4CB1-9BF9-9EE8EEA1F8BE}" srcOrd="6" destOrd="0" parTransId="{3469C54E-F5F8-4103-91E1-440C5435DFDE}" sibTransId="{280F06A8-8248-483F-9858-C7F64A0449BE}"/>
    <dgm:cxn modelId="{0004CD12-2939-4D79-A584-BC1E4771131C}" srcId="{38F4215F-5954-45E5-965B-1AEE3A4A3AFC}" destId="{1967ACCD-6EC4-4988-AE33-24ED8BBB8D9C}" srcOrd="4" destOrd="0" parTransId="{38D9AD27-47AC-4CF4-96E2-A4996BD43B25}" sibTransId="{EC84DB1C-6638-4B7C-AFD3-98987A5512A6}"/>
    <dgm:cxn modelId="{AEAE5E1B-B115-4DFA-A405-B82D14E1E1A3}" srcId="{38F4215F-5954-45E5-965B-1AEE3A4A3AFC}" destId="{CEBADC3E-6978-4F39-82EC-0262AB324CF1}" srcOrd="8" destOrd="0" parTransId="{9003C853-FC97-4F39-B379-7D571B115EB4}" sibTransId="{472DAE93-8BAA-4B11-95F4-4D95AA2F6B76}"/>
    <dgm:cxn modelId="{200E3D1C-ED9B-4B76-890C-BC6E8F506848}" srcId="{38F4215F-5954-45E5-965B-1AEE3A4A3AFC}" destId="{985BF592-E6A7-4B24-B61C-E99ED3D7CDD8}" srcOrd="0" destOrd="0" parTransId="{DBDB0CCD-96FC-4A64-9A3F-C51A87392E26}" sibTransId="{C15163A2-055E-43D6-959B-0E09F4755A61}"/>
    <dgm:cxn modelId="{CDC6001F-7B60-4A91-B330-E160294B2D52}" type="presOf" srcId="{FC528625-68BF-4BD0-A5B9-B82F406B741F}" destId="{A53D151F-7F82-46AD-B462-5A2B5F99BEC5}" srcOrd="0" destOrd="0" presId="urn:microsoft.com/office/officeart/2018/2/layout/IconVerticalSolidList"/>
    <dgm:cxn modelId="{F5989530-5F2D-4721-AB07-5514036F8777}" type="presOf" srcId="{4AD369D2-BDAC-4CB1-9BF9-9EE8EEA1F8BE}" destId="{B5B666C4-AF06-4798-80A7-11D6CBD85DAA}" srcOrd="0" destOrd="0" presId="urn:microsoft.com/office/officeart/2018/2/layout/IconVerticalSolidList"/>
    <dgm:cxn modelId="{CFD87E34-FE69-42A3-BDEF-0C9069295F52}" srcId="{1967ACCD-6EC4-4988-AE33-24ED8BBB8D9C}" destId="{7AC6AE79-BAC1-466E-AD39-F4360A0AEC56}" srcOrd="0" destOrd="0" parTransId="{D9055609-3DD4-4F20-B98A-A4A17067EADB}" sibTransId="{387AA996-0CC3-47CD-BA09-E8B414DF9BFF}"/>
    <dgm:cxn modelId="{39ACDE36-2D3F-4BF7-A3E8-770B177D1E57}" srcId="{CEBADC3E-6978-4F39-82EC-0262AB324CF1}" destId="{039F9BC4-1EAA-4554-BB6E-207832AFC98F}" srcOrd="0" destOrd="0" parTransId="{B283F72B-962D-4186-AE1A-D429432F87F8}" sibTransId="{48824068-FC8A-434D-BC66-1C3FEAF30AF2}"/>
    <dgm:cxn modelId="{6DAF7639-3C91-4D28-A0EB-0B6280925E1A}" srcId="{18625AB1-924B-46D1-BA9D-8CCABABA81A1}" destId="{3F61639E-18B9-4577-8D59-0636F5F2F87B}" srcOrd="0" destOrd="0" parTransId="{146A9577-93C7-43B9-8EAD-FD66E2314E12}" sibTransId="{2FD4D53A-FF2D-42DB-A00B-31A32B7995E5}"/>
    <dgm:cxn modelId="{8A33DA3C-1895-4F7C-9837-AF6E44990F9F}" srcId="{71574BFD-0C1E-429B-A537-1743C1EBFF62}" destId="{AB866363-F8B9-4F6F-9140-F103944B1E8A}" srcOrd="0" destOrd="0" parTransId="{7C08F549-C783-456D-8F10-16DAAFB0A9BB}" sibTransId="{A634B30F-7E66-414F-A004-8AE28EBCB176}"/>
    <dgm:cxn modelId="{1EABE15C-AFDB-4AF1-9CAC-1282FF15E678}" type="presOf" srcId="{38F4215F-5954-45E5-965B-1AEE3A4A3AFC}" destId="{FC28B652-C346-45A9-AA6F-CB587E2C177B}" srcOrd="0" destOrd="0" presId="urn:microsoft.com/office/officeart/2018/2/layout/IconVerticalSolidList"/>
    <dgm:cxn modelId="{15AB125E-5CF6-40AC-A2AD-2F6EC96651A3}" srcId="{38F4215F-5954-45E5-965B-1AEE3A4A3AFC}" destId="{18625AB1-924B-46D1-BA9D-8CCABABA81A1}" srcOrd="7" destOrd="0" parTransId="{0FCE1D69-57E0-4A09-BE05-9A2F226AF0EE}" sibTransId="{7D0BD778-2526-4E73-8F74-D94D126523A1}"/>
    <dgm:cxn modelId="{DF6A595E-54F4-4D8E-8F20-BBBAE82005D5}" srcId="{38F4215F-5954-45E5-965B-1AEE3A4A3AFC}" destId="{FBCA3E2C-CD96-4FD5-A9E2-024A94A96594}" srcOrd="3" destOrd="0" parTransId="{71041B07-99F9-4619-BFCC-085D5050E156}" sibTransId="{E4786949-ED3F-4FB6-A0B8-53BF4891FD34}"/>
    <dgm:cxn modelId="{88887A42-3E79-4D5B-BDF9-CF9DA2DB667D}" srcId="{FBCA3E2C-CD96-4FD5-A9E2-024A94A96594}" destId="{1F12D292-BE9C-46B8-B24D-8DBE1301ADB8}" srcOrd="0" destOrd="0" parTransId="{99F3F23E-5218-4AB7-BFA8-C0396BD3617A}" sibTransId="{79D2ECCF-5196-47B8-87A9-662E8837E7FE}"/>
    <dgm:cxn modelId="{26E05E47-7328-4AD1-98EC-365B241D1D84}" type="presOf" srcId="{1F12D292-BE9C-46B8-B24D-8DBE1301ADB8}" destId="{9F0CD791-7DED-4361-84F3-43A41F05C663}" srcOrd="0" destOrd="0" presId="urn:microsoft.com/office/officeart/2018/2/layout/IconVerticalSolidList"/>
    <dgm:cxn modelId="{07E8F66C-B187-4BA0-A833-1179750D0F54}" type="presOf" srcId="{FBCA3E2C-CD96-4FD5-A9E2-024A94A96594}" destId="{E037FF75-F26A-4F35-9CD8-DA2B8853DC62}" srcOrd="0" destOrd="0" presId="urn:microsoft.com/office/officeart/2018/2/layout/IconVerticalSolidList"/>
    <dgm:cxn modelId="{B1A9514F-1F03-4220-9E70-4A84A15151A3}" type="presOf" srcId="{18625AB1-924B-46D1-BA9D-8CCABABA81A1}" destId="{E2E187A2-5B3A-4A17-87A7-11CD087FD859}" srcOrd="0" destOrd="0" presId="urn:microsoft.com/office/officeart/2018/2/layout/IconVerticalSolidList"/>
    <dgm:cxn modelId="{E317FB50-C20C-468C-86A4-4924DE44120C}" srcId="{38F4215F-5954-45E5-965B-1AEE3A4A3AFC}" destId="{71574BFD-0C1E-429B-A537-1743C1EBFF62}" srcOrd="5" destOrd="0" parTransId="{E7F62C69-ACB0-4959-903A-36ED7588C24E}" sibTransId="{6BA4D292-99E0-46F5-9923-845ADF3CBF73}"/>
    <dgm:cxn modelId="{B32BFF72-E412-4464-B4AE-9549CF0DC0BA}" srcId="{985BF592-E6A7-4B24-B61C-E99ED3D7CDD8}" destId="{028E22ED-0931-48F3-87DC-2368EFC8F5CA}" srcOrd="0" destOrd="0" parTransId="{16A47549-5E9D-4B88-856C-C3AEA191393E}" sibTransId="{73710928-4180-4CD1-9956-78DEEBAD6231}"/>
    <dgm:cxn modelId="{4F356F5A-95C3-45A9-8A86-DD8911E9B6BA}" type="presOf" srcId="{028E22ED-0931-48F3-87DC-2368EFC8F5CA}" destId="{9216FABA-3C86-441E-84AC-2C9330E4F4B3}" srcOrd="0" destOrd="0" presId="urn:microsoft.com/office/officeart/2018/2/layout/IconVerticalSolidList"/>
    <dgm:cxn modelId="{CA0CA98F-D4D1-4472-9A9D-EC68A5006489}" type="presOf" srcId="{A7860C0E-6D9E-4B0D-A271-B16C837AA0A4}" destId="{73E99072-890B-46E2-BBC7-87174F58D505}" srcOrd="0" destOrd="0" presId="urn:microsoft.com/office/officeart/2018/2/layout/IconVerticalSolidList"/>
    <dgm:cxn modelId="{E76DEA99-6FEC-45A8-BDEE-B5D6C7AB9094}" srcId="{38F4215F-5954-45E5-965B-1AEE3A4A3AFC}" destId="{B9B76E8F-C80C-4B35-92A6-9C5CF12F6E69}" srcOrd="2" destOrd="0" parTransId="{38E0F327-E273-4FAC-88E6-624CA088D38C}" sibTransId="{54D9C56E-AE3D-4A43-95F0-B2696702F3C4}"/>
    <dgm:cxn modelId="{B2E8719B-270B-4294-9FA6-F1D6C6E058E9}" type="presOf" srcId="{985BF592-E6A7-4B24-B61C-E99ED3D7CDD8}" destId="{5648642C-B9DA-499F-B51D-BEF8A1872E0F}" srcOrd="0" destOrd="0" presId="urn:microsoft.com/office/officeart/2018/2/layout/IconVerticalSolidList"/>
    <dgm:cxn modelId="{AE229A9F-DD3D-4E25-A668-57FD2096D5D3}" type="presOf" srcId="{1967ACCD-6EC4-4988-AE33-24ED8BBB8D9C}" destId="{BEBEE52D-1EEA-4E84-8C3C-15292DDF78E0}" srcOrd="0" destOrd="0" presId="urn:microsoft.com/office/officeart/2018/2/layout/IconVerticalSolidList"/>
    <dgm:cxn modelId="{0DCA17A3-22D9-470D-9D2E-06D94AF9307C}" type="presOf" srcId="{71574BFD-0C1E-429B-A537-1743C1EBFF62}" destId="{5611F24C-2E37-4A1C-987A-4BA0955B657F}" srcOrd="0" destOrd="0" presId="urn:microsoft.com/office/officeart/2018/2/layout/IconVerticalSolidList"/>
    <dgm:cxn modelId="{832DACBC-EC07-49EC-8456-AD30D868FFC9}" srcId="{4AD369D2-BDAC-4CB1-9BF9-9EE8EEA1F8BE}" destId="{FC528625-68BF-4BD0-A5B9-B82F406B741F}" srcOrd="0" destOrd="0" parTransId="{C6490F5C-6B41-41AF-BD28-E458DB7F7634}" sibTransId="{97C34D68-3D95-4577-BC3A-21282555809D}"/>
    <dgm:cxn modelId="{B3AD73C2-BCEE-4B76-8BC7-D0DFB4A58F62}" type="presOf" srcId="{4128F4A9-290E-46F6-B562-DF4D66B9DBF6}" destId="{53D9A5A5-3B52-440D-9969-F4858FEF92AD}" srcOrd="0" destOrd="0" presId="urn:microsoft.com/office/officeart/2018/2/layout/IconVerticalSolidList"/>
    <dgm:cxn modelId="{6BE4DCC6-0EDB-4C28-AC09-AAD1164E1078}" type="presOf" srcId="{039F9BC4-1EAA-4554-BB6E-207832AFC98F}" destId="{BA817E54-0FB7-4D8F-807D-3914680698AB}" srcOrd="0" destOrd="0" presId="urn:microsoft.com/office/officeart/2018/2/layout/IconVerticalSolidList"/>
    <dgm:cxn modelId="{65688ECB-D9BE-44D7-BC01-A3247484DE29}" srcId="{B9B76E8F-C80C-4B35-92A6-9C5CF12F6E69}" destId="{4128F4A9-290E-46F6-B562-DF4D66B9DBF6}" srcOrd="0" destOrd="0" parTransId="{04C4B21E-10E6-43C0-B1C6-8F5CFE9059E9}" sibTransId="{02D6FF0D-5B89-4480-937F-012CAB4FB7E5}"/>
    <dgm:cxn modelId="{61A03AD3-259B-47EC-BC90-AC2A155BBAC7}" type="presOf" srcId="{F393E6AC-5FF3-4026-87E0-3A6824C01E78}" destId="{15A68CA1-C2B2-492C-AE5E-B74DCD9C69A2}" srcOrd="0" destOrd="0" presId="urn:microsoft.com/office/officeart/2018/2/layout/IconVerticalSolidList"/>
    <dgm:cxn modelId="{2880DBD4-7E63-4C52-9C93-8510CF368253}" type="presOf" srcId="{CEBADC3E-6978-4F39-82EC-0262AB324CF1}" destId="{5F0E85BB-102A-4625-8D63-F00AEAADB029}" srcOrd="0" destOrd="0" presId="urn:microsoft.com/office/officeart/2018/2/layout/IconVerticalSolidList"/>
    <dgm:cxn modelId="{C2FF86D9-448B-4DBE-B9D4-AFD7E46437CE}" type="presOf" srcId="{3F61639E-18B9-4577-8D59-0636F5F2F87B}" destId="{F134C204-B48A-4BF9-8EC0-EF94D62A63E7}" srcOrd="0" destOrd="0" presId="urn:microsoft.com/office/officeart/2018/2/layout/IconVerticalSolidList"/>
    <dgm:cxn modelId="{A6F146E6-B136-4289-BEF7-88E4F89D53A9}" type="presOf" srcId="{B9B76E8F-C80C-4B35-92A6-9C5CF12F6E69}" destId="{85B559A6-D20D-4543-A6D9-19185777BFB1}" srcOrd="0" destOrd="0" presId="urn:microsoft.com/office/officeart/2018/2/layout/IconVerticalSolidList"/>
    <dgm:cxn modelId="{287F6FEB-8D84-4819-A865-681BBB24EA09}" type="presOf" srcId="{7AC6AE79-BAC1-466E-AD39-F4360A0AEC56}" destId="{07B9A0E2-9D3E-434D-BAE6-245068AA8ED7}" srcOrd="0" destOrd="0" presId="urn:microsoft.com/office/officeart/2018/2/layout/IconVerticalSolidList"/>
    <dgm:cxn modelId="{441C2AEE-6405-4BF4-B77C-B1C2BFCE6B20}" srcId="{38F4215F-5954-45E5-965B-1AEE3A4A3AFC}" destId="{A7860C0E-6D9E-4B0D-A271-B16C837AA0A4}" srcOrd="1" destOrd="0" parTransId="{2E14886D-34A5-444C-8ACC-8DEA329FF193}" sibTransId="{8CC8B2F9-56C8-479A-A1C3-E35A9AF7E781}"/>
    <dgm:cxn modelId="{4D4757A0-4A9C-41C1-B152-03956FCE18FC}" type="presParOf" srcId="{FC28B652-C346-45A9-AA6F-CB587E2C177B}" destId="{A35E47AA-97BE-49D4-BF02-7F2CAFF72540}" srcOrd="0" destOrd="0" presId="urn:microsoft.com/office/officeart/2018/2/layout/IconVerticalSolidList"/>
    <dgm:cxn modelId="{4F90BD1E-A501-4CDA-B205-4B7CF272F0CE}" type="presParOf" srcId="{A35E47AA-97BE-49D4-BF02-7F2CAFF72540}" destId="{E8E9018C-074A-4976-86B5-4589AE7DB2FC}" srcOrd="0" destOrd="0" presId="urn:microsoft.com/office/officeart/2018/2/layout/IconVerticalSolidList"/>
    <dgm:cxn modelId="{0755C243-F409-4C5C-A5CA-3C1D64509626}" type="presParOf" srcId="{A35E47AA-97BE-49D4-BF02-7F2CAFF72540}" destId="{59206029-24B4-4218-A0CB-77DFFDE1E4B7}" srcOrd="1" destOrd="0" presId="urn:microsoft.com/office/officeart/2018/2/layout/IconVerticalSolidList"/>
    <dgm:cxn modelId="{3C73F05B-9C03-49BD-B1B8-BCAC9E80D8AB}" type="presParOf" srcId="{A35E47AA-97BE-49D4-BF02-7F2CAFF72540}" destId="{5E38932E-C0B3-478B-B86F-5F2B21D10927}" srcOrd="2" destOrd="0" presId="urn:microsoft.com/office/officeart/2018/2/layout/IconVerticalSolidList"/>
    <dgm:cxn modelId="{3EEDF291-6EBF-4BC0-A0A8-EB8569B4D093}" type="presParOf" srcId="{A35E47AA-97BE-49D4-BF02-7F2CAFF72540}" destId="{5648642C-B9DA-499F-B51D-BEF8A1872E0F}" srcOrd="3" destOrd="0" presId="urn:microsoft.com/office/officeart/2018/2/layout/IconVerticalSolidList"/>
    <dgm:cxn modelId="{14737F86-C8F5-47AB-977B-7C4BF0CD4593}" type="presParOf" srcId="{A35E47AA-97BE-49D4-BF02-7F2CAFF72540}" destId="{9216FABA-3C86-441E-84AC-2C9330E4F4B3}" srcOrd="4" destOrd="0" presId="urn:microsoft.com/office/officeart/2018/2/layout/IconVerticalSolidList"/>
    <dgm:cxn modelId="{BFAD3662-6C44-4B69-991C-B95D3F52DB10}" type="presParOf" srcId="{FC28B652-C346-45A9-AA6F-CB587E2C177B}" destId="{4F5DB261-7171-4B30-BDB7-B3B9104E2760}" srcOrd="1" destOrd="0" presId="urn:microsoft.com/office/officeart/2018/2/layout/IconVerticalSolidList"/>
    <dgm:cxn modelId="{2FC7ABB6-557E-4EAA-BB8A-B0627237B7FB}" type="presParOf" srcId="{FC28B652-C346-45A9-AA6F-CB587E2C177B}" destId="{A4C920E3-3DE6-4757-92D8-01EB4707901C}" srcOrd="2" destOrd="0" presId="urn:microsoft.com/office/officeart/2018/2/layout/IconVerticalSolidList"/>
    <dgm:cxn modelId="{6E189556-708B-487F-9923-5436AFA9520A}" type="presParOf" srcId="{A4C920E3-3DE6-4757-92D8-01EB4707901C}" destId="{84BF5179-42A2-4BBD-BFD5-674162873AB7}" srcOrd="0" destOrd="0" presId="urn:microsoft.com/office/officeart/2018/2/layout/IconVerticalSolidList"/>
    <dgm:cxn modelId="{94555D30-029F-4DB4-9E9F-81AAEC800175}" type="presParOf" srcId="{A4C920E3-3DE6-4757-92D8-01EB4707901C}" destId="{0C4B4A34-EBAC-43B0-A417-82E03224FD29}" srcOrd="1" destOrd="0" presId="urn:microsoft.com/office/officeart/2018/2/layout/IconVerticalSolidList"/>
    <dgm:cxn modelId="{8CA6D112-1909-4DD2-9688-8E80504F3E0D}" type="presParOf" srcId="{A4C920E3-3DE6-4757-92D8-01EB4707901C}" destId="{7AAFB6C6-0D24-46FB-9294-93E66C26389E}" srcOrd="2" destOrd="0" presId="urn:microsoft.com/office/officeart/2018/2/layout/IconVerticalSolidList"/>
    <dgm:cxn modelId="{B1FD89DB-3049-44A9-92FD-B2D06FC20A13}" type="presParOf" srcId="{A4C920E3-3DE6-4757-92D8-01EB4707901C}" destId="{73E99072-890B-46E2-BBC7-87174F58D505}" srcOrd="3" destOrd="0" presId="urn:microsoft.com/office/officeart/2018/2/layout/IconVerticalSolidList"/>
    <dgm:cxn modelId="{18D3A459-F402-4CAD-B6D7-220AA6DE833D}" type="presParOf" srcId="{A4C920E3-3DE6-4757-92D8-01EB4707901C}" destId="{15A68CA1-C2B2-492C-AE5E-B74DCD9C69A2}" srcOrd="4" destOrd="0" presId="urn:microsoft.com/office/officeart/2018/2/layout/IconVerticalSolidList"/>
    <dgm:cxn modelId="{EAA4F778-055D-4251-8252-851EEF853575}" type="presParOf" srcId="{FC28B652-C346-45A9-AA6F-CB587E2C177B}" destId="{810804C8-E228-4D22-89DF-9B87601D176A}" srcOrd="3" destOrd="0" presId="urn:microsoft.com/office/officeart/2018/2/layout/IconVerticalSolidList"/>
    <dgm:cxn modelId="{0CEE57EE-546A-4FCC-B6DA-BABB4BD0B81F}" type="presParOf" srcId="{FC28B652-C346-45A9-AA6F-CB587E2C177B}" destId="{E77AE91C-B4A1-4C51-B0D9-88915724F408}" srcOrd="4" destOrd="0" presId="urn:microsoft.com/office/officeart/2018/2/layout/IconVerticalSolidList"/>
    <dgm:cxn modelId="{4B3B2532-A90A-4C61-95FE-3CE4BC24D25E}" type="presParOf" srcId="{E77AE91C-B4A1-4C51-B0D9-88915724F408}" destId="{0B0C03D1-C443-4406-887D-628FDE78C5CF}" srcOrd="0" destOrd="0" presId="urn:microsoft.com/office/officeart/2018/2/layout/IconVerticalSolidList"/>
    <dgm:cxn modelId="{F5ABF02C-61B7-4CA1-8611-29E98CD5F4CD}" type="presParOf" srcId="{E77AE91C-B4A1-4C51-B0D9-88915724F408}" destId="{4BCE8AB3-489F-41A5-AB44-64028688785A}" srcOrd="1" destOrd="0" presId="urn:microsoft.com/office/officeart/2018/2/layout/IconVerticalSolidList"/>
    <dgm:cxn modelId="{B6D21E0F-A7F6-44F9-843D-B5FF7BA0B52F}" type="presParOf" srcId="{E77AE91C-B4A1-4C51-B0D9-88915724F408}" destId="{E1F3BC28-5BD2-4446-864F-01FAB98C5584}" srcOrd="2" destOrd="0" presId="urn:microsoft.com/office/officeart/2018/2/layout/IconVerticalSolidList"/>
    <dgm:cxn modelId="{14DA9484-2AC8-4750-BEB5-2ADA0530B43F}" type="presParOf" srcId="{E77AE91C-B4A1-4C51-B0D9-88915724F408}" destId="{85B559A6-D20D-4543-A6D9-19185777BFB1}" srcOrd="3" destOrd="0" presId="urn:microsoft.com/office/officeart/2018/2/layout/IconVerticalSolidList"/>
    <dgm:cxn modelId="{340B21D7-1344-4ECF-BB4F-7FB7B13E6BC2}" type="presParOf" srcId="{E77AE91C-B4A1-4C51-B0D9-88915724F408}" destId="{53D9A5A5-3B52-440D-9969-F4858FEF92AD}" srcOrd="4" destOrd="0" presId="urn:microsoft.com/office/officeart/2018/2/layout/IconVerticalSolidList"/>
    <dgm:cxn modelId="{9DA897A2-213C-4B16-B568-CC0C26BC07EA}" type="presParOf" srcId="{FC28B652-C346-45A9-AA6F-CB587E2C177B}" destId="{9F94E9DD-2A90-47E3-89FB-286128B3300E}" srcOrd="5" destOrd="0" presId="urn:microsoft.com/office/officeart/2018/2/layout/IconVerticalSolidList"/>
    <dgm:cxn modelId="{7061CDBF-1BF4-4886-A6E3-0548D32576E7}" type="presParOf" srcId="{FC28B652-C346-45A9-AA6F-CB587E2C177B}" destId="{AF70D8C3-A5F7-4323-9597-A783DEE7127F}" srcOrd="6" destOrd="0" presId="urn:microsoft.com/office/officeart/2018/2/layout/IconVerticalSolidList"/>
    <dgm:cxn modelId="{E90DD09C-4551-4D1A-BDCC-D0862800CDB8}" type="presParOf" srcId="{AF70D8C3-A5F7-4323-9597-A783DEE7127F}" destId="{FC71C7BF-6975-40BA-9304-15D87633EA3A}" srcOrd="0" destOrd="0" presId="urn:microsoft.com/office/officeart/2018/2/layout/IconVerticalSolidList"/>
    <dgm:cxn modelId="{EF7F43B8-5DB7-4407-92A0-133DB3F0A176}" type="presParOf" srcId="{AF70D8C3-A5F7-4323-9597-A783DEE7127F}" destId="{188E01F0-7AB6-4945-A3F2-0DDEBAF6ED4B}" srcOrd="1" destOrd="0" presId="urn:microsoft.com/office/officeart/2018/2/layout/IconVerticalSolidList"/>
    <dgm:cxn modelId="{326ECF7F-61AF-4A70-9490-CB517E297A3A}" type="presParOf" srcId="{AF70D8C3-A5F7-4323-9597-A783DEE7127F}" destId="{D152133A-12E2-40B6-BD92-6D94E0356C65}" srcOrd="2" destOrd="0" presId="urn:microsoft.com/office/officeart/2018/2/layout/IconVerticalSolidList"/>
    <dgm:cxn modelId="{CA3B13C2-F343-476F-BBF2-9C2FE225764C}" type="presParOf" srcId="{AF70D8C3-A5F7-4323-9597-A783DEE7127F}" destId="{E037FF75-F26A-4F35-9CD8-DA2B8853DC62}" srcOrd="3" destOrd="0" presId="urn:microsoft.com/office/officeart/2018/2/layout/IconVerticalSolidList"/>
    <dgm:cxn modelId="{10C684F3-2CBB-4715-9C05-58073426A606}" type="presParOf" srcId="{AF70D8C3-A5F7-4323-9597-A783DEE7127F}" destId="{9F0CD791-7DED-4361-84F3-43A41F05C663}" srcOrd="4" destOrd="0" presId="urn:microsoft.com/office/officeart/2018/2/layout/IconVerticalSolidList"/>
    <dgm:cxn modelId="{62519812-2F92-48FE-BF63-AD9409D7AC3B}" type="presParOf" srcId="{FC28B652-C346-45A9-AA6F-CB587E2C177B}" destId="{61854131-7E53-4F25-9D4B-2EAD33BE182A}" srcOrd="7" destOrd="0" presId="urn:microsoft.com/office/officeart/2018/2/layout/IconVerticalSolidList"/>
    <dgm:cxn modelId="{900F7836-5664-40F3-AF47-F9BD31ADF8B9}" type="presParOf" srcId="{FC28B652-C346-45A9-AA6F-CB587E2C177B}" destId="{0EF5AEAC-7C1C-4D89-87AF-20E5D65642BB}" srcOrd="8" destOrd="0" presId="urn:microsoft.com/office/officeart/2018/2/layout/IconVerticalSolidList"/>
    <dgm:cxn modelId="{961C688A-E0AA-4D0D-ABCC-9FC1566B02ED}" type="presParOf" srcId="{0EF5AEAC-7C1C-4D89-87AF-20E5D65642BB}" destId="{783361AC-4DD5-429A-BD0D-E050AA2B4A06}" srcOrd="0" destOrd="0" presId="urn:microsoft.com/office/officeart/2018/2/layout/IconVerticalSolidList"/>
    <dgm:cxn modelId="{A956573B-1CFE-49B3-ABFA-F0A8CDECC5F7}" type="presParOf" srcId="{0EF5AEAC-7C1C-4D89-87AF-20E5D65642BB}" destId="{EAAE096F-7A95-491B-8CD2-B14C127AFE6B}" srcOrd="1" destOrd="0" presId="urn:microsoft.com/office/officeart/2018/2/layout/IconVerticalSolidList"/>
    <dgm:cxn modelId="{5B24DE4E-7190-4F27-A709-2F24EE52403C}" type="presParOf" srcId="{0EF5AEAC-7C1C-4D89-87AF-20E5D65642BB}" destId="{250B26C5-D3F4-449B-8718-A15C9FFDC79E}" srcOrd="2" destOrd="0" presId="urn:microsoft.com/office/officeart/2018/2/layout/IconVerticalSolidList"/>
    <dgm:cxn modelId="{A502399F-0107-48B1-A95C-C506186D6525}" type="presParOf" srcId="{0EF5AEAC-7C1C-4D89-87AF-20E5D65642BB}" destId="{BEBEE52D-1EEA-4E84-8C3C-15292DDF78E0}" srcOrd="3" destOrd="0" presId="urn:microsoft.com/office/officeart/2018/2/layout/IconVerticalSolidList"/>
    <dgm:cxn modelId="{A1CF6113-5896-4DBC-B988-6F73661EF62A}" type="presParOf" srcId="{0EF5AEAC-7C1C-4D89-87AF-20E5D65642BB}" destId="{07B9A0E2-9D3E-434D-BAE6-245068AA8ED7}" srcOrd="4" destOrd="0" presId="urn:microsoft.com/office/officeart/2018/2/layout/IconVerticalSolidList"/>
    <dgm:cxn modelId="{2C06E574-186D-4890-8D51-8BE33AC1352B}" type="presParOf" srcId="{FC28B652-C346-45A9-AA6F-CB587E2C177B}" destId="{0466C53F-4149-4DC8-A81C-7AD349D700C0}" srcOrd="9" destOrd="0" presId="urn:microsoft.com/office/officeart/2018/2/layout/IconVerticalSolidList"/>
    <dgm:cxn modelId="{52B983DA-6D88-48EA-ACF7-5507731491F5}" type="presParOf" srcId="{FC28B652-C346-45A9-AA6F-CB587E2C177B}" destId="{E5057538-9FAE-4354-A830-8054869A8AF5}" srcOrd="10" destOrd="0" presId="urn:microsoft.com/office/officeart/2018/2/layout/IconVerticalSolidList"/>
    <dgm:cxn modelId="{E0DC6D98-A2EF-4582-B8D2-AB9F2AFEC216}" type="presParOf" srcId="{E5057538-9FAE-4354-A830-8054869A8AF5}" destId="{6965BBE3-E887-4B55-8EDB-976B8356CDB6}" srcOrd="0" destOrd="0" presId="urn:microsoft.com/office/officeart/2018/2/layout/IconVerticalSolidList"/>
    <dgm:cxn modelId="{4FDAA99E-9C07-4988-B73C-2E5725AD25BD}" type="presParOf" srcId="{E5057538-9FAE-4354-A830-8054869A8AF5}" destId="{AEA053D8-FF84-4A0B-9071-9CCE84974C7B}" srcOrd="1" destOrd="0" presId="urn:microsoft.com/office/officeart/2018/2/layout/IconVerticalSolidList"/>
    <dgm:cxn modelId="{3FDA26ED-BBCA-4BC2-A2C7-D9857DBD4202}" type="presParOf" srcId="{E5057538-9FAE-4354-A830-8054869A8AF5}" destId="{7DA9A8A3-6AE4-4ED6-BC00-237DF78CA3CB}" srcOrd="2" destOrd="0" presId="urn:microsoft.com/office/officeart/2018/2/layout/IconVerticalSolidList"/>
    <dgm:cxn modelId="{06B616E9-78AF-4641-89B0-7994BDD67401}" type="presParOf" srcId="{E5057538-9FAE-4354-A830-8054869A8AF5}" destId="{5611F24C-2E37-4A1C-987A-4BA0955B657F}" srcOrd="3" destOrd="0" presId="urn:microsoft.com/office/officeart/2018/2/layout/IconVerticalSolidList"/>
    <dgm:cxn modelId="{045B7A62-2F5A-4F55-9D70-716BEA321362}" type="presParOf" srcId="{E5057538-9FAE-4354-A830-8054869A8AF5}" destId="{3BDAEB28-24B6-4473-84F1-85D003BB3118}" srcOrd="4" destOrd="0" presId="urn:microsoft.com/office/officeart/2018/2/layout/IconVerticalSolidList"/>
    <dgm:cxn modelId="{5BE04256-BCC0-4656-A3C9-8A95DE4CAF38}" type="presParOf" srcId="{FC28B652-C346-45A9-AA6F-CB587E2C177B}" destId="{41298014-D1D4-40BD-BD64-1A9F27D32C68}" srcOrd="11" destOrd="0" presId="urn:microsoft.com/office/officeart/2018/2/layout/IconVerticalSolidList"/>
    <dgm:cxn modelId="{2E58D5D9-A0CD-409A-9D11-103AE4313981}" type="presParOf" srcId="{FC28B652-C346-45A9-AA6F-CB587E2C177B}" destId="{06581FE9-7F32-46B7-B8C2-22839385ED39}" srcOrd="12" destOrd="0" presId="urn:microsoft.com/office/officeart/2018/2/layout/IconVerticalSolidList"/>
    <dgm:cxn modelId="{860931DD-6C1C-4C93-93D5-22BFF1C6F020}" type="presParOf" srcId="{06581FE9-7F32-46B7-B8C2-22839385ED39}" destId="{3A2189E8-C707-4D99-AF68-98E01C34E34F}" srcOrd="0" destOrd="0" presId="urn:microsoft.com/office/officeart/2018/2/layout/IconVerticalSolidList"/>
    <dgm:cxn modelId="{E525797F-3B9D-4DF0-AD04-0A2F615DE724}" type="presParOf" srcId="{06581FE9-7F32-46B7-B8C2-22839385ED39}" destId="{10936743-C4F7-459F-8249-AD6DE7991988}" srcOrd="1" destOrd="0" presId="urn:microsoft.com/office/officeart/2018/2/layout/IconVerticalSolidList"/>
    <dgm:cxn modelId="{9FECC9C9-CE1B-42AD-A84C-45403E7A4EB9}" type="presParOf" srcId="{06581FE9-7F32-46B7-B8C2-22839385ED39}" destId="{51A9AF92-6C8E-4C8E-BFCE-A8432DF4B34E}" srcOrd="2" destOrd="0" presId="urn:microsoft.com/office/officeart/2018/2/layout/IconVerticalSolidList"/>
    <dgm:cxn modelId="{3178C3AA-342D-424E-8996-670ADECF8BE7}" type="presParOf" srcId="{06581FE9-7F32-46B7-B8C2-22839385ED39}" destId="{B5B666C4-AF06-4798-80A7-11D6CBD85DAA}" srcOrd="3" destOrd="0" presId="urn:microsoft.com/office/officeart/2018/2/layout/IconVerticalSolidList"/>
    <dgm:cxn modelId="{C0F8FDA1-EF34-4806-81B6-F03EE2B1EA16}" type="presParOf" srcId="{06581FE9-7F32-46B7-B8C2-22839385ED39}" destId="{A53D151F-7F82-46AD-B462-5A2B5F99BEC5}" srcOrd="4" destOrd="0" presId="urn:microsoft.com/office/officeart/2018/2/layout/IconVerticalSolidList"/>
    <dgm:cxn modelId="{5A44AE43-8930-42AD-BC4D-CC38DABE1950}" type="presParOf" srcId="{FC28B652-C346-45A9-AA6F-CB587E2C177B}" destId="{1ADF258E-527B-4169-8D7A-D97059C75BAE}" srcOrd="13" destOrd="0" presId="urn:microsoft.com/office/officeart/2018/2/layout/IconVerticalSolidList"/>
    <dgm:cxn modelId="{FCD444C9-59F9-45F3-A4EB-4BDF1CE306B8}" type="presParOf" srcId="{FC28B652-C346-45A9-AA6F-CB587E2C177B}" destId="{387E5013-E372-4330-AA59-5579F54978D8}" srcOrd="14" destOrd="0" presId="urn:microsoft.com/office/officeart/2018/2/layout/IconVerticalSolidList"/>
    <dgm:cxn modelId="{25AE2FD0-331D-44D5-ACF6-6819ADF190B9}" type="presParOf" srcId="{387E5013-E372-4330-AA59-5579F54978D8}" destId="{B050968C-E764-4008-B0B0-4D78805225A7}" srcOrd="0" destOrd="0" presId="urn:microsoft.com/office/officeart/2018/2/layout/IconVerticalSolidList"/>
    <dgm:cxn modelId="{3338A6B2-E8E0-4762-BEC3-83D38442FE4E}" type="presParOf" srcId="{387E5013-E372-4330-AA59-5579F54978D8}" destId="{1078728E-85BB-41AB-9B64-A6047E8DD6B8}" srcOrd="1" destOrd="0" presId="urn:microsoft.com/office/officeart/2018/2/layout/IconVerticalSolidList"/>
    <dgm:cxn modelId="{C51B1A7F-A14F-449B-BCF2-9E3669A35917}" type="presParOf" srcId="{387E5013-E372-4330-AA59-5579F54978D8}" destId="{8EA3F506-2F43-4A28-A697-7B35D04C315B}" srcOrd="2" destOrd="0" presId="urn:microsoft.com/office/officeart/2018/2/layout/IconVerticalSolidList"/>
    <dgm:cxn modelId="{A90F7D78-C11B-41A3-AA21-FABB34263C29}" type="presParOf" srcId="{387E5013-E372-4330-AA59-5579F54978D8}" destId="{E2E187A2-5B3A-4A17-87A7-11CD087FD859}" srcOrd="3" destOrd="0" presId="urn:microsoft.com/office/officeart/2018/2/layout/IconVerticalSolidList"/>
    <dgm:cxn modelId="{F88D34E9-2B80-48B4-A52C-6F91209CB0BC}" type="presParOf" srcId="{387E5013-E372-4330-AA59-5579F54978D8}" destId="{F134C204-B48A-4BF9-8EC0-EF94D62A63E7}" srcOrd="4" destOrd="0" presId="urn:microsoft.com/office/officeart/2018/2/layout/IconVerticalSolidList"/>
    <dgm:cxn modelId="{0FEEF65C-BDCA-42FF-8185-58BF52430700}" type="presParOf" srcId="{FC28B652-C346-45A9-AA6F-CB587E2C177B}" destId="{A7B858E6-598F-4C52-B82B-63E9C6B95BC0}" srcOrd="15" destOrd="0" presId="urn:microsoft.com/office/officeart/2018/2/layout/IconVerticalSolidList"/>
    <dgm:cxn modelId="{757E40C4-12AB-4C2F-A022-B4315E727D9A}" type="presParOf" srcId="{FC28B652-C346-45A9-AA6F-CB587E2C177B}" destId="{73C79EDA-3F42-4F0E-9758-ADE817EE8F65}" srcOrd="16" destOrd="0" presId="urn:microsoft.com/office/officeart/2018/2/layout/IconVerticalSolidList"/>
    <dgm:cxn modelId="{8E8C0A69-E8CD-44A0-A53C-D5D5D397338E}" type="presParOf" srcId="{73C79EDA-3F42-4F0E-9758-ADE817EE8F65}" destId="{2EE4F2CA-03C8-4207-BD6B-EE741117C6A6}" srcOrd="0" destOrd="0" presId="urn:microsoft.com/office/officeart/2018/2/layout/IconVerticalSolidList"/>
    <dgm:cxn modelId="{5D443FA8-154C-4673-8F7F-45C202A75B65}" type="presParOf" srcId="{73C79EDA-3F42-4F0E-9758-ADE817EE8F65}" destId="{8D9070B5-5713-49C9-AA35-C43AD2B069B8}" srcOrd="1" destOrd="0" presId="urn:microsoft.com/office/officeart/2018/2/layout/IconVerticalSolidList"/>
    <dgm:cxn modelId="{EF526108-2FA8-48AC-8595-FC236A8AF487}" type="presParOf" srcId="{73C79EDA-3F42-4F0E-9758-ADE817EE8F65}" destId="{D0876B1B-5846-43E3-AF4E-2BD28EF99A19}" srcOrd="2" destOrd="0" presId="urn:microsoft.com/office/officeart/2018/2/layout/IconVerticalSolidList"/>
    <dgm:cxn modelId="{AC7A0C2C-20D1-4C1E-A5CF-510CC5F6E687}" type="presParOf" srcId="{73C79EDA-3F42-4F0E-9758-ADE817EE8F65}" destId="{5F0E85BB-102A-4625-8D63-F00AEAADB029}" srcOrd="3" destOrd="0" presId="urn:microsoft.com/office/officeart/2018/2/layout/IconVerticalSolidList"/>
    <dgm:cxn modelId="{944E6AE6-5420-4457-8877-E9E063E993E7}" type="presParOf" srcId="{73C79EDA-3F42-4F0E-9758-ADE817EE8F65}" destId="{BA817E54-0FB7-4D8F-807D-3914680698A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BA29A-B18D-4EEA-A143-40EE34CE3436}">
      <dsp:nvSpPr>
        <dsp:cNvPr id="0" name=""/>
        <dsp:cNvSpPr/>
      </dsp:nvSpPr>
      <dsp:spPr>
        <a:xfrm>
          <a:off x="0" y="1554891"/>
          <a:ext cx="6910387" cy="19416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780289-AA6D-4C1D-A51E-70107669A83F}">
      <dsp:nvSpPr>
        <dsp:cNvPr id="0" name=""/>
        <dsp:cNvSpPr/>
      </dsp:nvSpPr>
      <dsp:spPr>
        <a:xfrm>
          <a:off x="587346" y="1991761"/>
          <a:ext cx="1067902" cy="10679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28048-7594-43A1-A12D-01C855005B64}">
      <dsp:nvSpPr>
        <dsp:cNvPr id="0" name=""/>
        <dsp:cNvSpPr/>
      </dsp:nvSpPr>
      <dsp:spPr>
        <a:xfrm>
          <a:off x="2242595" y="1554891"/>
          <a:ext cx="4667791" cy="1941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490" tIns="205490" rIns="205490" bIns="20549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Purpose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 identify, contain, remediate and restore normal operations as quickly as possible and minimize adverse impact to network operations.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l" defTabSz="800100"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400" kern="1200"/>
        </a:p>
      </dsp:txBody>
      <dsp:txXfrm>
        <a:off x="2242595" y="1554891"/>
        <a:ext cx="4667791" cy="19416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5734EF-6859-4F59-B6FB-A030188A2C2D}">
      <dsp:nvSpPr>
        <dsp:cNvPr id="0" name=""/>
        <dsp:cNvSpPr/>
      </dsp:nvSpPr>
      <dsp:spPr>
        <a:xfrm>
          <a:off x="904959" y="1271249"/>
          <a:ext cx="1412437" cy="1412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BF76A-084D-4EF2-8A82-D63006DE88C6}">
      <dsp:nvSpPr>
        <dsp:cNvPr id="0" name=""/>
        <dsp:cNvSpPr/>
      </dsp:nvSpPr>
      <dsp:spPr>
        <a:xfrm>
          <a:off x="41802" y="3060175"/>
          <a:ext cx="313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Ensure standardized method/procedures used for efficient/prompt response and analysis</a:t>
          </a:r>
        </a:p>
      </dsp:txBody>
      <dsp:txXfrm>
        <a:off x="41802" y="3060175"/>
        <a:ext cx="3138750" cy="720000"/>
      </dsp:txXfrm>
    </dsp:sp>
    <dsp:sp modelId="{AA9A5B79-5ACC-4FC6-9C54-623688FB419E}">
      <dsp:nvSpPr>
        <dsp:cNvPr id="0" name=""/>
        <dsp:cNvSpPr/>
      </dsp:nvSpPr>
      <dsp:spPr>
        <a:xfrm>
          <a:off x="4592990" y="1271249"/>
          <a:ext cx="1412437" cy="1412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DA7F2-0E48-4FAF-9577-E8E5AFB8C302}">
      <dsp:nvSpPr>
        <dsp:cNvPr id="0" name=""/>
        <dsp:cNvSpPr/>
      </dsp:nvSpPr>
      <dsp:spPr>
        <a:xfrm>
          <a:off x="3729834" y="3060175"/>
          <a:ext cx="313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Increase visibility and communication of incidents to network owner and response team</a:t>
          </a:r>
        </a:p>
      </dsp:txBody>
      <dsp:txXfrm>
        <a:off x="3729834" y="3060175"/>
        <a:ext cx="313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9018C-074A-4976-86B5-4589AE7DB2FC}">
      <dsp:nvSpPr>
        <dsp:cNvPr id="0" name=""/>
        <dsp:cNvSpPr/>
      </dsp:nvSpPr>
      <dsp:spPr>
        <a:xfrm>
          <a:off x="0" y="2500"/>
          <a:ext cx="6582555" cy="46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206029-24B4-4218-A0CB-77DFFDE1E4B7}">
      <dsp:nvSpPr>
        <dsp:cNvPr id="0" name=""/>
        <dsp:cNvSpPr/>
      </dsp:nvSpPr>
      <dsp:spPr>
        <a:xfrm>
          <a:off x="140711" y="107162"/>
          <a:ext cx="255839" cy="2558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8642C-B9DA-499F-B51D-BEF8A1872E0F}">
      <dsp:nvSpPr>
        <dsp:cNvPr id="0" name=""/>
        <dsp:cNvSpPr/>
      </dsp:nvSpPr>
      <dsp:spPr>
        <a:xfrm>
          <a:off x="537263" y="2500"/>
          <a:ext cx="2962149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Easy ticket creation</a:t>
          </a:r>
        </a:p>
      </dsp:txBody>
      <dsp:txXfrm>
        <a:off x="537263" y="2500"/>
        <a:ext cx="2962149" cy="465163"/>
      </dsp:txXfrm>
    </dsp:sp>
    <dsp:sp modelId="{9216FABA-3C86-441E-84AC-2C9330E4F4B3}">
      <dsp:nvSpPr>
        <dsp:cNvPr id="0" name=""/>
        <dsp:cNvSpPr/>
      </dsp:nvSpPr>
      <dsp:spPr>
        <a:xfrm>
          <a:off x="3499413" y="2500"/>
          <a:ext cx="3083141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Georgia Pro Cond Light" panose="020F0302020204030204"/>
            </a:rPr>
            <a:t>Multiple</a:t>
          </a:r>
          <a:r>
            <a:rPr lang="en-US" sz="1200" kern="1200"/>
            <a:t> methods for creating – email, website portal</a:t>
          </a:r>
        </a:p>
      </dsp:txBody>
      <dsp:txXfrm>
        <a:off x="3499413" y="2500"/>
        <a:ext cx="3083141" cy="465163"/>
      </dsp:txXfrm>
    </dsp:sp>
    <dsp:sp modelId="{84BF5179-42A2-4BBD-BFD5-674162873AB7}">
      <dsp:nvSpPr>
        <dsp:cNvPr id="0" name=""/>
        <dsp:cNvSpPr/>
      </dsp:nvSpPr>
      <dsp:spPr>
        <a:xfrm>
          <a:off x="0" y="583954"/>
          <a:ext cx="6582555" cy="46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4B4A34-EBAC-43B0-A417-82E03224FD29}">
      <dsp:nvSpPr>
        <dsp:cNvPr id="0" name=""/>
        <dsp:cNvSpPr/>
      </dsp:nvSpPr>
      <dsp:spPr>
        <a:xfrm>
          <a:off x="140711" y="688616"/>
          <a:ext cx="255839" cy="2558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99072-890B-46E2-BBC7-87174F58D505}">
      <dsp:nvSpPr>
        <dsp:cNvPr id="0" name=""/>
        <dsp:cNvSpPr/>
      </dsp:nvSpPr>
      <dsp:spPr>
        <a:xfrm>
          <a:off x="537263" y="583954"/>
          <a:ext cx="2962149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 Assign to team/members</a:t>
          </a:r>
        </a:p>
      </dsp:txBody>
      <dsp:txXfrm>
        <a:off x="537263" y="583954"/>
        <a:ext cx="2962149" cy="465163"/>
      </dsp:txXfrm>
    </dsp:sp>
    <dsp:sp modelId="{15A68CA1-C2B2-492C-AE5E-B74DCD9C69A2}">
      <dsp:nvSpPr>
        <dsp:cNvPr id="0" name=""/>
        <dsp:cNvSpPr/>
      </dsp:nvSpPr>
      <dsp:spPr>
        <a:xfrm>
          <a:off x="3499413" y="583954"/>
          <a:ext cx="3083141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Georgia Pro Cond Light" panose="020F0302020204030204"/>
            </a:rPr>
            <a:t>Route</a:t>
          </a:r>
          <a:r>
            <a:rPr lang="en-US" sz="1200" kern="1200"/>
            <a:t> incident to the respective team/member utilizing templates</a:t>
          </a:r>
        </a:p>
      </dsp:txBody>
      <dsp:txXfrm>
        <a:off x="3499413" y="583954"/>
        <a:ext cx="3083141" cy="465163"/>
      </dsp:txXfrm>
    </dsp:sp>
    <dsp:sp modelId="{0B0C03D1-C443-4406-887D-628FDE78C5CF}">
      <dsp:nvSpPr>
        <dsp:cNvPr id="0" name=""/>
        <dsp:cNvSpPr/>
      </dsp:nvSpPr>
      <dsp:spPr>
        <a:xfrm>
          <a:off x="0" y="1165409"/>
          <a:ext cx="6582555" cy="46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E8AB3-489F-41A5-AB44-64028688785A}">
      <dsp:nvSpPr>
        <dsp:cNvPr id="0" name=""/>
        <dsp:cNvSpPr/>
      </dsp:nvSpPr>
      <dsp:spPr>
        <a:xfrm>
          <a:off x="140711" y="1270070"/>
          <a:ext cx="255839" cy="2558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559A6-D20D-4543-A6D9-19185777BFB1}">
      <dsp:nvSpPr>
        <dsp:cNvPr id="0" name=""/>
        <dsp:cNvSpPr/>
      </dsp:nvSpPr>
      <dsp:spPr>
        <a:xfrm>
          <a:off x="537263" y="1165409"/>
          <a:ext cx="2962149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Timely notifications</a:t>
          </a:r>
        </a:p>
      </dsp:txBody>
      <dsp:txXfrm>
        <a:off x="537263" y="1165409"/>
        <a:ext cx="2962149" cy="465163"/>
      </dsp:txXfrm>
    </dsp:sp>
    <dsp:sp modelId="{53D9A5A5-3B52-440D-9969-F4858FEF92AD}">
      <dsp:nvSpPr>
        <dsp:cNvPr id="0" name=""/>
        <dsp:cNvSpPr/>
      </dsp:nvSpPr>
      <dsp:spPr>
        <a:xfrm>
          <a:off x="3499413" y="1165409"/>
          <a:ext cx="3083141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Keep members informed of updates via email or other notification.</a:t>
          </a:r>
        </a:p>
      </dsp:txBody>
      <dsp:txXfrm>
        <a:off x="3499413" y="1165409"/>
        <a:ext cx="3083141" cy="465163"/>
      </dsp:txXfrm>
    </dsp:sp>
    <dsp:sp modelId="{FC71C7BF-6975-40BA-9304-15D87633EA3A}">
      <dsp:nvSpPr>
        <dsp:cNvPr id="0" name=""/>
        <dsp:cNvSpPr/>
      </dsp:nvSpPr>
      <dsp:spPr>
        <a:xfrm>
          <a:off x="0" y="1746863"/>
          <a:ext cx="6582555" cy="46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E01F0-7AB6-4945-A3F2-0DDEBAF6ED4B}">
      <dsp:nvSpPr>
        <dsp:cNvPr id="0" name=""/>
        <dsp:cNvSpPr/>
      </dsp:nvSpPr>
      <dsp:spPr>
        <a:xfrm>
          <a:off x="140711" y="1851524"/>
          <a:ext cx="255839" cy="2558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7FF75-F26A-4F35-9CD8-DA2B8853DC62}">
      <dsp:nvSpPr>
        <dsp:cNvPr id="0" name=""/>
        <dsp:cNvSpPr/>
      </dsp:nvSpPr>
      <dsp:spPr>
        <a:xfrm>
          <a:off x="537263" y="1746863"/>
          <a:ext cx="2962149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Integration with monitoring tools</a:t>
          </a:r>
        </a:p>
      </dsp:txBody>
      <dsp:txXfrm>
        <a:off x="537263" y="1746863"/>
        <a:ext cx="2962149" cy="465163"/>
      </dsp:txXfrm>
    </dsp:sp>
    <dsp:sp modelId="{9F0CD791-7DED-4361-84F3-43A41F05C663}">
      <dsp:nvSpPr>
        <dsp:cNvPr id="0" name=""/>
        <dsp:cNvSpPr/>
      </dsp:nvSpPr>
      <dsp:spPr>
        <a:xfrm>
          <a:off x="3499413" y="1746863"/>
          <a:ext cx="3083141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Georgia Pro Cond Light" panose="020F0302020204030204"/>
            </a:rPr>
            <a:t>Automatically</a:t>
          </a:r>
          <a:r>
            <a:rPr lang="en-US" sz="1200" kern="1200"/>
            <a:t> convert alerts from network monitoring tools to tickets</a:t>
          </a:r>
        </a:p>
      </dsp:txBody>
      <dsp:txXfrm>
        <a:off x="3499413" y="1746863"/>
        <a:ext cx="3083141" cy="465163"/>
      </dsp:txXfrm>
    </dsp:sp>
    <dsp:sp modelId="{783361AC-4DD5-429A-BD0D-E050AA2B4A06}">
      <dsp:nvSpPr>
        <dsp:cNvPr id="0" name=""/>
        <dsp:cNvSpPr/>
      </dsp:nvSpPr>
      <dsp:spPr>
        <a:xfrm>
          <a:off x="0" y="2328317"/>
          <a:ext cx="6582555" cy="46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E096F-7A95-491B-8CD2-B14C127AFE6B}">
      <dsp:nvSpPr>
        <dsp:cNvPr id="0" name=""/>
        <dsp:cNvSpPr/>
      </dsp:nvSpPr>
      <dsp:spPr>
        <a:xfrm>
          <a:off x="140711" y="2432979"/>
          <a:ext cx="255839" cy="25583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EE52D-1EEA-4E84-8C3C-15292DDF78E0}">
      <dsp:nvSpPr>
        <dsp:cNvPr id="0" name=""/>
        <dsp:cNvSpPr/>
      </dsp:nvSpPr>
      <dsp:spPr>
        <a:xfrm>
          <a:off x="537263" y="2328317"/>
          <a:ext cx="2962149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Open-Source Intelligence </a:t>
          </a:r>
        </a:p>
      </dsp:txBody>
      <dsp:txXfrm>
        <a:off x="537263" y="2328317"/>
        <a:ext cx="2962149" cy="465163"/>
      </dsp:txXfrm>
    </dsp:sp>
    <dsp:sp modelId="{07B9A0E2-9D3E-434D-BAE6-245068AA8ED7}">
      <dsp:nvSpPr>
        <dsp:cNvPr id="0" name=""/>
        <dsp:cNvSpPr/>
      </dsp:nvSpPr>
      <dsp:spPr>
        <a:xfrm>
          <a:off x="3499413" y="2328317"/>
          <a:ext cx="3083141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OPEN CTI/MISP integration to allow for updated threat information</a:t>
          </a:r>
        </a:p>
      </dsp:txBody>
      <dsp:txXfrm>
        <a:off x="3499413" y="2328317"/>
        <a:ext cx="3083141" cy="465163"/>
      </dsp:txXfrm>
    </dsp:sp>
    <dsp:sp modelId="{6965BBE3-E887-4B55-8EDB-976B8356CDB6}">
      <dsp:nvSpPr>
        <dsp:cNvPr id="0" name=""/>
        <dsp:cNvSpPr/>
      </dsp:nvSpPr>
      <dsp:spPr>
        <a:xfrm>
          <a:off x="0" y="2909771"/>
          <a:ext cx="6582555" cy="46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A053D8-FF84-4A0B-9071-9CCE84974C7B}">
      <dsp:nvSpPr>
        <dsp:cNvPr id="0" name=""/>
        <dsp:cNvSpPr/>
      </dsp:nvSpPr>
      <dsp:spPr>
        <a:xfrm>
          <a:off x="140711" y="3014433"/>
          <a:ext cx="255839" cy="25583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1F24C-2E37-4A1C-987A-4BA0955B657F}">
      <dsp:nvSpPr>
        <dsp:cNvPr id="0" name=""/>
        <dsp:cNvSpPr/>
      </dsp:nvSpPr>
      <dsp:spPr>
        <a:xfrm>
          <a:off x="537263" y="2909771"/>
          <a:ext cx="2962149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Collaboration</a:t>
          </a:r>
        </a:p>
      </dsp:txBody>
      <dsp:txXfrm>
        <a:off x="537263" y="2909771"/>
        <a:ext cx="2962149" cy="465163"/>
      </dsp:txXfrm>
    </dsp:sp>
    <dsp:sp modelId="{3BDAEB28-24B6-4473-84F1-85D003BB3118}">
      <dsp:nvSpPr>
        <dsp:cNvPr id="0" name=""/>
        <dsp:cNvSpPr/>
      </dsp:nvSpPr>
      <dsp:spPr>
        <a:xfrm>
          <a:off x="3499413" y="2909771"/>
          <a:ext cx="3083141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Allowing for multiple users to simultaneously work on the same case</a:t>
          </a:r>
        </a:p>
      </dsp:txBody>
      <dsp:txXfrm>
        <a:off x="3499413" y="2909771"/>
        <a:ext cx="3083141" cy="465163"/>
      </dsp:txXfrm>
    </dsp:sp>
    <dsp:sp modelId="{3A2189E8-C707-4D99-AF68-98E01C34E34F}">
      <dsp:nvSpPr>
        <dsp:cNvPr id="0" name=""/>
        <dsp:cNvSpPr/>
      </dsp:nvSpPr>
      <dsp:spPr>
        <a:xfrm>
          <a:off x="0" y="3491225"/>
          <a:ext cx="6582555" cy="46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936743-C4F7-459F-8249-AD6DE7991988}">
      <dsp:nvSpPr>
        <dsp:cNvPr id="0" name=""/>
        <dsp:cNvSpPr/>
      </dsp:nvSpPr>
      <dsp:spPr>
        <a:xfrm>
          <a:off x="140711" y="3595887"/>
          <a:ext cx="255839" cy="25583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666C4-AF06-4798-80A7-11D6CBD85DAA}">
      <dsp:nvSpPr>
        <dsp:cNvPr id="0" name=""/>
        <dsp:cNvSpPr/>
      </dsp:nvSpPr>
      <dsp:spPr>
        <a:xfrm>
          <a:off x="537263" y="3491225"/>
          <a:ext cx="2962149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Attachment/artifact functionality</a:t>
          </a:r>
        </a:p>
      </dsp:txBody>
      <dsp:txXfrm>
        <a:off x="537263" y="3491225"/>
        <a:ext cx="2962149" cy="465163"/>
      </dsp:txXfrm>
    </dsp:sp>
    <dsp:sp modelId="{A53D151F-7F82-46AD-B462-5A2B5F99BEC5}">
      <dsp:nvSpPr>
        <dsp:cNvPr id="0" name=""/>
        <dsp:cNvSpPr/>
      </dsp:nvSpPr>
      <dsp:spPr>
        <a:xfrm>
          <a:off x="3499413" y="3491225"/>
          <a:ext cx="3083141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Allow for upload into case and margining of tickets or artifacts to reduce redundant data</a:t>
          </a:r>
        </a:p>
      </dsp:txBody>
      <dsp:txXfrm>
        <a:off x="3499413" y="3491225"/>
        <a:ext cx="3083141" cy="465163"/>
      </dsp:txXfrm>
    </dsp:sp>
    <dsp:sp modelId="{B050968C-E764-4008-B0B0-4D78805225A7}">
      <dsp:nvSpPr>
        <dsp:cNvPr id="0" name=""/>
        <dsp:cNvSpPr/>
      </dsp:nvSpPr>
      <dsp:spPr>
        <a:xfrm>
          <a:off x="0" y="4072679"/>
          <a:ext cx="6582555" cy="46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8728E-85BB-41AB-9B64-A6047E8DD6B8}">
      <dsp:nvSpPr>
        <dsp:cNvPr id="0" name=""/>
        <dsp:cNvSpPr/>
      </dsp:nvSpPr>
      <dsp:spPr>
        <a:xfrm>
          <a:off x="140711" y="4177341"/>
          <a:ext cx="255839" cy="255839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187A2-5B3A-4A17-87A7-11CD087FD859}">
      <dsp:nvSpPr>
        <dsp:cNvPr id="0" name=""/>
        <dsp:cNvSpPr/>
      </dsp:nvSpPr>
      <dsp:spPr>
        <a:xfrm>
          <a:off x="537263" y="4072679"/>
          <a:ext cx="2962149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API accessibility</a:t>
          </a:r>
        </a:p>
      </dsp:txBody>
      <dsp:txXfrm>
        <a:off x="537263" y="4072679"/>
        <a:ext cx="2962149" cy="465163"/>
      </dsp:txXfrm>
    </dsp:sp>
    <dsp:sp modelId="{F134C204-B48A-4BF9-8EC0-EF94D62A63E7}">
      <dsp:nvSpPr>
        <dsp:cNvPr id="0" name=""/>
        <dsp:cNvSpPr/>
      </dsp:nvSpPr>
      <dsp:spPr>
        <a:xfrm>
          <a:off x="3499413" y="4072679"/>
          <a:ext cx="3083141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Pull data via API to pull into other systems</a:t>
          </a:r>
        </a:p>
      </dsp:txBody>
      <dsp:txXfrm>
        <a:off x="3499413" y="4072679"/>
        <a:ext cx="3083141" cy="465163"/>
      </dsp:txXfrm>
    </dsp:sp>
    <dsp:sp modelId="{2EE4F2CA-03C8-4207-BD6B-EE741117C6A6}">
      <dsp:nvSpPr>
        <dsp:cNvPr id="0" name=""/>
        <dsp:cNvSpPr/>
      </dsp:nvSpPr>
      <dsp:spPr>
        <a:xfrm>
          <a:off x="0" y="4654133"/>
          <a:ext cx="6582555" cy="4651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070B5-5713-49C9-AA35-C43AD2B069B8}">
      <dsp:nvSpPr>
        <dsp:cNvPr id="0" name=""/>
        <dsp:cNvSpPr/>
      </dsp:nvSpPr>
      <dsp:spPr>
        <a:xfrm>
          <a:off x="140711" y="4758795"/>
          <a:ext cx="255839" cy="255839"/>
        </a:xfrm>
        <a:prstGeom prst="rect">
          <a:avLst/>
        </a:prstGeom>
        <a:blipFill>
          <a:blip xmlns:r="http://schemas.openxmlformats.org/officeDocument/2006/relationships"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E85BB-102A-4625-8D63-F00AEAADB029}">
      <dsp:nvSpPr>
        <dsp:cNvPr id="0" name=""/>
        <dsp:cNvSpPr/>
      </dsp:nvSpPr>
      <dsp:spPr>
        <a:xfrm>
          <a:off x="537263" y="4654133"/>
          <a:ext cx="2962149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Business rules</a:t>
          </a:r>
        </a:p>
      </dsp:txBody>
      <dsp:txXfrm>
        <a:off x="537263" y="4654133"/>
        <a:ext cx="2962149" cy="465163"/>
      </dsp:txXfrm>
    </dsp:sp>
    <dsp:sp modelId="{BA817E54-0FB7-4D8F-807D-3914680698AB}">
      <dsp:nvSpPr>
        <dsp:cNvPr id="0" name=""/>
        <dsp:cNvSpPr/>
      </dsp:nvSpPr>
      <dsp:spPr>
        <a:xfrm>
          <a:off x="3499413" y="4654133"/>
          <a:ext cx="3083141" cy="46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30" tIns="49230" rIns="49230" bIns="4923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Georgia Pro Cond Light" panose="020F0302020204030204"/>
            </a:rPr>
            <a:t>Automate</a:t>
          </a:r>
          <a:r>
            <a:rPr lang="en-US" sz="1200" kern="1200"/>
            <a:t> preset actions on incoming tickets based on criteria</a:t>
          </a:r>
        </a:p>
      </dsp:txBody>
      <dsp:txXfrm>
        <a:off x="3499413" y="4654133"/>
        <a:ext cx="3083141" cy="4651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9/11/2022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9/11/2022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9/11/2022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 fontScale="90000"/>
          </a:bodyPr>
          <a:lstStyle/>
          <a:p>
            <a:r>
              <a:rPr lang="en-US"/>
              <a:t>Incident Response Ticketing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DFEBD0D2-AA2A-4936-A509-D629383E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/>
              <a:t>Incident Management</a:t>
            </a: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2">
            <a:extLst>
              <a:ext uri="{FF2B5EF4-FFF2-40B4-BE49-F238E27FC236}">
                <a16:creationId xmlns:a16="http://schemas.microsoft.com/office/drawing/2014/main" id="{86506110-E6E1-4309-83FA-C6B068FA3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4" name="Content Placeholder 2" descr="SmartArt graphic">
            <a:extLst>
              <a:ext uri="{FF2B5EF4-FFF2-40B4-BE49-F238E27FC236}">
                <a16:creationId xmlns:a16="http://schemas.microsoft.com/office/drawing/2014/main" id="{59F5A1AC-D08D-42AE-B94A-1CAFB517D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0937003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3E59AE-44F8-4FB9-BF05-C888FE3E1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811A9-00B2-48B8-BEF3-D97E46F90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9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/>
              <a:t>Objectives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35022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B6B14AE-589A-45CC-A30D-41995FC1F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AF5E09-D49A-8712-38FC-B7CBE0F55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607380"/>
              </p:ext>
            </p:extLst>
          </p:nvPr>
        </p:nvGraphicFramePr>
        <p:xfrm>
          <a:off x="4648201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9754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812F953-0811-4344-8D66-413A8E239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6275"/>
            <a:ext cx="12192000" cy="550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00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BDBE5C-BBE9-4E89-BEE5-DEB6EAB87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5A78F-1CC8-4FFD-8D54-7B13F1B39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34946"/>
            <a:ext cx="3689094" cy="50559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800"/>
              <a:t>Incident ticket system requirements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FC4168B-AA75-4715-9B96-CF84B170A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CED1EA2-BD33-3BE5-03F0-755F4DF455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3071680"/>
              </p:ext>
            </p:extLst>
          </p:nvPr>
        </p:nvGraphicFramePr>
        <p:xfrm>
          <a:off x="4976031" y="634947"/>
          <a:ext cx="6582555" cy="5121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28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6781-A711-4C34-A5B7-F8A5F68D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Process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9647A-2487-4508-BC6D-C60934696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fontScale="92500" lnSpcReduction="10000"/>
          </a:bodyPr>
          <a:lstStyle/>
          <a:p>
            <a:r>
              <a:rPr lang="en-US"/>
              <a:t>1.  Theoretical evaluation, beginning with a review of a well-documented response plan. Helpful in reviewing small process changes and other updates.  Not feasible for an initial test of incident management software.</a:t>
            </a:r>
          </a:p>
          <a:p>
            <a:endParaRPr lang="en-US"/>
          </a:p>
          <a:p>
            <a:r>
              <a:rPr lang="en-US"/>
              <a:t>2.  Evaluate cybersecurity tools and strategies collaboratively with all stakeholders using a drill/rehearsal. Intended to assess how cross-functional teams can respond to an incident. Tests preparedness, planning and policy for participants.</a:t>
            </a:r>
          </a:p>
          <a:p>
            <a:endParaRPr lang="en-US"/>
          </a:p>
          <a:p>
            <a:r>
              <a:rPr lang="en-US"/>
              <a:t>3.  Conduct real-time simulated attacks to test the efficacy of existing incident management processes and tools.  Deploy known threat to effectively analyze effectiveness of incident tracking software.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4A348-CCE4-4403-ABB8-CCE1FA33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1.  Paper Test</a:t>
            </a:r>
          </a:p>
          <a:p>
            <a:r>
              <a:rPr lang="en-US"/>
              <a:t>2.  Table-top</a:t>
            </a:r>
          </a:p>
          <a:p>
            <a:r>
              <a:rPr lang="en-US"/>
              <a:t>3.  Simulated Attacks</a:t>
            </a:r>
          </a:p>
        </p:txBody>
      </p:sp>
    </p:spTree>
    <p:extLst>
      <p:ext uri="{BB962C8B-B14F-4D97-AF65-F5344CB8AC3E}">
        <p14:creationId xmlns:p14="http://schemas.microsoft.com/office/powerpoint/2010/main" val="3962550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E8286-DFB9-464A-8CF8-9597D7B34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Options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49163-E057-45E2-BD23-35E34794A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The HIVE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591C0-8640-4CBD-8E74-3B54FEDF68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Scalable 3-1 open source</a:t>
            </a:r>
          </a:p>
          <a:p>
            <a:r>
              <a:rPr lang="en-US"/>
              <a:t>Exportable results</a:t>
            </a:r>
          </a:p>
          <a:p>
            <a:r>
              <a:rPr lang="en-US"/>
              <a:t>Collaboration possible with multiple analysts on same case simultaneously</a:t>
            </a:r>
          </a:p>
          <a:p>
            <a:r>
              <a:rPr lang="en-US"/>
              <a:t>Create case from scratch or from MISP and SIEM alerts</a:t>
            </a:r>
          </a:p>
          <a:p>
            <a:r>
              <a:rPr lang="en-US"/>
              <a:t>Multiple Authentication methods and RBAC</a:t>
            </a: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D75F7-1A05-4CB4-A9F7-B5F9CA55F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SECURITY ONION CASES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32B9BC-2D90-4286-83BE-B1D17E9CF21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Sec Onion integration</a:t>
            </a:r>
          </a:p>
          <a:p>
            <a:r>
              <a:rPr lang="en-US"/>
              <a:t>Allows escalation logs from Alerts, Dashboards, and Hunt</a:t>
            </a:r>
          </a:p>
          <a:p>
            <a:r>
              <a:rPr lang="en-US"/>
              <a:t>Assign analyst, add comments and attachments, and track observables</a:t>
            </a:r>
          </a:p>
          <a:p>
            <a:r>
              <a:rPr lang="en-US"/>
              <a:t>Free</a:t>
            </a:r>
          </a:p>
        </p:txBody>
      </p:sp>
    </p:spTree>
    <p:extLst>
      <p:ext uri="{BB962C8B-B14F-4D97-AF65-F5344CB8AC3E}">
        <p14:creationId xmlns:p14="http://schemas.microsoft.com/office/powerpoint/2010/main" val="403862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88A8-6317-4851-83F9-BAB80FF7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Notable Mentions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DA69-58C4-49BD-A253-AC442C9F2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</a:t>
            </a:r>
          </a:p>
          <a:p>
            <a:r>
              <a:rPr lang="en-US"/>
              <a:t>CYBER CPR</a:t>
            </a:r>
          </a:p>
          <a:p>
            <a:r>
              <a:rPr lang="en-US"/>
              <a:t>SPLUNK SOAR</a:t>
            </a:r>
          </a:p>
          <a:p>
            <a:r>
              <a:rPr lang="en-US"/>
              <a:t>SERVICE NOW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88A8-6317-4851-83F9-BAB80FF7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566" y="731103"/>
            <a:ext cx="10058400" cy="75225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dirty="0"/>
              <a:t>Observed Results: The Hive 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DA69-58C4-49BD-A253-AC442C9F2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2924" y="2044701"/>
            <a:ext cx="10911114" cy="3760891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1800" b="1" dirty="0"/>
              <a:t>Pros: </a:t>
            </a:r>
            <a:endParaRPr lang="en-US" dirty="0"/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Easy ticket (Case) creation from alerts with fields and evidence attached, great UI, clean and mature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Cases create observables that will be linked across cases as they appear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OSINT enrichment integrated automation (MISP)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Non-repudiation and auditing through authenticated users (LDAP on DDSM, OAuth/</a:t>
            </a:r>
            <a:r>
              <a:rPr lang="en-US" sz="1800" dirty="0" err="1"/>
              <a:t>Keycloak</a:t>
            </a:r>
            <a:r>
              <a:rPr lang="en-US" sz="1800" dirty="0"/>
              <a:t>)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Backup / restore of database is an organic function, able to be automated</a:t>
            </a:r>
          </a:p>
          <a:p>
            <a:r>
              <a:rPr lang="en-US" sz="1800" b="1" dirty="0"/>
              <a:t>Cons: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Division by group not intuitive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New version requires paid subscription (Hive 5 and later) **** (Hive 4 end of life in 2022)</a:t>
            </a: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7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88A8-6317-4851-83F9-BAB80FF7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566" y="731103"/>
            <a:ext cx="10058400" cy="75225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dirty="0"/>
              <a:t>Observed Results: FIR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DA69-58C4-49BD-A253-AC442C9F2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210" y="1963058"/>
            <a:ext cx="10911114" cy="3760891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1600" b="1" dirty="0"/>
              <a:t>Pros: </a:t>
            </a:r>
            <a:endParaRPr lang="en-US" sz="1600" dirty="0"/>
          </a:p>
          <a:p>
            <a:pPr>
              <a:buFont typeface="Arial" panose="020F0502020204030204" pitchFamily="34" charset="0"/>
              <a:buChar char="•"/>
            </a:pPr>
            <a:r>
              <a:rPr lang="en-US" sz="1600" dirty="0"/>
              <a:t>Easy standup, open source (Dev access to modify/update), able to automate stand-up, cost is free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600" dirty="0"/>
              <a:t>Quick to make a case, easy to deal with tickets; parses observables automatically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600" dirty="0"/>
              <a:t>Django plugins, easy to extend; built on Python, hackable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600" dirty="0"/>
              <a:t>Quick report generation for events/cases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600" b="1" dirty="0"/>
              <a:t>Cons:</a:t>
            </a:r>
            <a:endParaRPr lang="en-US" sz="1600" dirty="0"/>
          </a:p>
          <a:p>
            <a:pPr>
              <a:buFont typeface="Arial" panose="020F0502020204030204" pitchFamily="34" charset="0"/>
              <a:buChar char="•"/>
            </a:pPr>
            <a:r>
              <a:rPr lang="en-US" sz="1600" dirty="0"/>
              <a:t>No organic backup/export option; no enterprise support or guarantee of continued developer support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600" dirty="0"/>
              <a:t>Needs polish; requires dev work to be functional for team needs, ex: filtering by category is manual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600" dirty="0"/>
              <a:t>As tickets increase in number, ticket management is more challenging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600" dirty="0"/>
              <a:t>Data is hand-jammed, opportunities for mistakes to happen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94261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88A8-6317-4851-83F9-BAB80FF7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09" y="731103"/>
            <a:ext cx="11310257" cy="75225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dirty="0"/>
              <a:t>Observed Results: </a:t>
            </a:r>
            <a:r>
              <a:rPr lang="en-US" sz="5400" dirty="0" err="1"/>
              <a:t>SecOnion</a:t>
            </a:r>
            <a:r>
              <a:rPr lang="en-US" sz="5400" dirty="0"/>
              <a:t>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DA69-58C4-49BD-A253-AC442C9F2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24" y="1972130"/>
            <a:ext cx="10911114" cy="3760891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1800" b="1" dirty="0"/>
              <a:t>Brand new product; may be open to changes in features by the </a:t>
            </a:r>
            <a:r>
              <a:rPr lang="en-US" sz="1800" b="1" dirty="0" err="1"/>
              <a:t>devs</a:t>
            </a:r>
            <a:r>
              <a:rPr lang="en-US" sz="1800" b="1" dirty="0"/>
              <a:t>, but immature tech</a:t>
            </a:r>
          </a:p>
          <a:p>
            <a:r>
              <a:rPr lang="en-US" sz="1800" b="1" dirty="0"/>
              <a:t>Pros: </a:t>
            </a:r>
            <a:endParaRPr lang="en-US" dirty="0"/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Case creation based upon alerts, links directly to events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Adding outside attachments easy (</a:t>
            </a:r>
            <a:r>
              <a:rPr lang="en-US" sz="1800" dirty="0" err="1"/>
              <a:t>pcaps</a:t>
            </a:r>
            <a:r>
              <a:rPr lang="en-US" sz="1800" dirty="0"/>
              <a:t>, intel enrichment)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Easy setup, built into DDSM (may also be a con)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b="1" dirty="0"/>
              <a:t>Cons:</a:t>
            </a:r>
            <a:endParaRPr lang="en-US" dirty="0"/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Clunky UI, not polished; missing essential functions such as import/export, report generation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Integration with servers/sensors can cause restrictions in network layout/security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LDAP support missing/not advised</a:t>
            </a:r>
          </a:p>
          <a:p>
            <a:pPr>
              <a:buFont typeface="Arial" panose="020F0502020204030204" pitchFamily="34" charset="0"/>
              <a:buChar char="•"/>
            </a:pPr>
            <a:endParaRPr lang="en-US" sz="1800" dirty="0"/>
          </a:p>
          <a:p>
            <a:pPr algn="ctr"/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67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88A8-6317-4851-83F9-BAB80FF7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09" y="731103"/>
            <a:ext cx="11310257" cy="75225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dirty="0"/>
              <a:t>The Path Forward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DA69-58C4-49BD-A253-AC442C9F2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24" y="1972130"/>
            <a:ext cx="10911114" cy="4441248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1800" b="1" dirty="0"/>
              <a:t>Bottom Line Up Front:</a:t>
            </a:r>
            <a:endParaRPr lang="en-US" dirty="0"/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The Hive was the clear winner in terms of integration, quality, and features. However, the Hive is going to cost money after 2022 if we want a product that has support. If we begin looking at paid systems, a number of other options become contenders.</a:t>
            </a:r>
          </a:p>
          <a:p>
            <a:pPr marL="0" indent="0">
              <a:buNone/>
            </a:pPr>
            <a:r>
              <a:rPr lang="en-US" sz="1800" dirty="0"/>
              <a:t>  </a:t>
            </a:r>
            <a:r>
              <a:rPr lang="en-US" sz="1800" b="1" dirty="0"/>
              <a:t>Notes:</a:t>
            </a:r>
          </a:p>
          <a:p>
            <a:pPr marL="0" indent="0">
              <a:buNone/>
            </a:pPr>
            <a:r>
              <a:rPr lang="en-US" sz="1800" dirty="0"/>
              <a:t>The initial wave at three of the options for ticketing systems needs more time to provide serious evaluation.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All three systems were stood up and operators had some time to play with each; the DDSM kit was partially </a:t>
            </a:r>
            <a:r>
              <a:rPr lang="en-US" sz="1800" dirty="0" err="1"/>
              <a:t>inop</a:t>
            </a:r>
            <a:r>
              <a:rPr lang="en-US" sz="1800" dirty="0"/>
              <a:t> so the systems had to be run locally for The Hive and FIR. Nailing down deployment automation and backup/restore/report functionality for each option is still a requirement.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/>
              <a:t>Recommend further testing and hands-on evaluation in February/March, and a discussion on paid systems in terms of their viability and proposed cost models.</a:t>
            </a:r>
          </a:p>
          <a:p>
            <a:pPr>
              <a:buFont typeface="Arial" panose="020F0502020204030204" pitchFamily="34" charset="0"/>
              <a:buChar char="•"/>
            </a:pPr>
            <a:endParaRPr lang="en-US" sz="1800" dirty="0"/>
          </a:p>
          <a:p>
            <a:pPr>
              <a:buFont typeface="Arial" panose="020F0502020204030204" pitchFamily="34" charset="0"/>
              <a:buChar char="•"/>
            </a:pPr>
            <a:endParaRPr lang="en-US" sz="1800" dirty="0"/>
          </a:p>
          <a:p>
            <a:pPr algn="ctr"/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114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DDA97709D05344805E34443243448B" ma:contentTypeVersion="19" ma:contentTypeDescription="Create a new document." ma:contentTypeScope="" ma:versionID="4400a56e9c64e5f8688646c9a4fbd692">
  <xsd:schema xmlns:xsd="http://www.w3.org/2001/XMLSchema" xmlns:xs="http://www.w3.org/2001/XMLSchema" xmlns:p="http://schemas.microsoft.com/office/2006/metadata/properties" xmlns:ns1="http://schemas.microsoft.com/sharepoint/v3" xmlns:ns2="4233fc49-3339-4531-8895-cee7bd229291" xmlns:ns3="c93905bf-b08c-430b-8630-76f4d352397a" targetNamespace="http://schemas.microsoft.com/office/2006/metadata/properties" ma:root="true" ma:fieldsID="de09beb5ce1a7f85329b78857bc55a21" ns1:_="" ns2:_="" ns3:_="">
    <xsd:import namespace="http://schemas.microsoft.com/sharepoint/v3"/>
    <xsd:import namespace="4233fc49-3339-4531-8895-cee7bd229291"/>
    <xsd:import namespace="c93905bf-b08c-430b-8630-76f4d35239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LOCATION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33fc49-3339-4531-8895-cee7bd2292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OCATION" ma:index="22" nillable="true" ma:displayName="LOCATION" ma:format="Dropdown" ma:list="4233fc49-3339-4531-8895-cee7bd229291" ma:internalName="LOCATION" ma:showField="MediaServiceLocation">
      <xsd:simpleType>
        <xsd:restriction base="dms:Lookup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3905bf-b08c-430b-8630-76f4d352397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0c2f629-a5d3-4ee6-9d81-269edd5463ca}" ma:internalName="TaxCatchAll" ma:showField="CatchAllData" ma:web="c93905bf-b08c-430b-8630-76f4d35239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33fc49-3339-4531-8895-cee7bd229291">
      <Terms xmlns="http://schemas.microsoft.com/office/infopath/2007/PartnerControls"/>
    </lcf76f155ced4ddcb4097134ff3c332f>
    <TaxCatchAll xmlns="c93905bf-b08c-430b-8630-76f4d352397a" xsi:nil="true"/>
    <_ip_UnifiedCompliancePolicyUIAction xmlns="http://schemas.microsoft.com/sharepoint/v3" xsi:nil="true"/>
    <LOCATION xmlns="4233fc49-3339-4531-8895-cee7bd229291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475A9DA-3D70-4B49-ACF9-33256882843D}"/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16c05727-aa75-4e4a-9b5f-8a80a1165891"/>
    <ds:schemaRef ds:uri="4233fc49-3339-4531-8895-cee7bd229291"/>
    <ds:schemaRef ds:uri="71af3243-3dd4-4a8d-8c0d-dd76da1f02a5"/>
    <ds:schemaRef ds:uri="c93905bf-b08c-430b-8630-76f4d352397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{E607317F-8242-43F9-8A05-D2EC2B81C461}tf11437505_win32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RetrospectVTI</vt:lpstr>
      <vt:lpstr>Incident Response Ticketing System</vt:lpstr>
      <vt:lpstr>Incident Management</vt:lpstr>
      <vt:lpstr>Objectives</vt:lpstr>
      <vt:lpstr>PowerPoint Presentation</vt:lpstr>
      <vt:lpstr>Incident ticket system requirements</vt:lpstr>
      <vt:lpstr>Test Process  </vt:lpstr>
      <vt:lpstr>Software Options </vt:lpstr>
      <vt:lpstr>Notable Mentions  </vt:lpstr>
      <vt:lpstr>Observed Results: The Hive  </vt:lpstr>
      <vt:lpstr>Observed Results: FIR </vt:lpstr>
      <vt:lpstr>Observed Results: SecOnion Cases</vt:lpstr>
      <vt:lpstr>The Path Forward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Gute</dc:creator>
  <cp:revision>138</cp:revision>
  <dcterms:created xsi:type="dcterms:W3CDTF">2022-09-10T13:48:16Z</dcterms:created>
  <dcterms:modified xsi:type="dcterms:W3CDTF">2022-09-11T14:31:31Z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0x010100E4DDA97709D05344805E34443243448B</vt:lpwstr>
  </property>
  <property fmtid="{D5CDD505-2E9C-101B-9397-08002B2CF9AE}" pid="3" name="MediaServiceImageTags">
    <vt:lpwstr/>
  </property>
</Properties>
</file>